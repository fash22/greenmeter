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2" r:id="rId4"/>
    <p:sldId id="264" r:id="rId5"/>
    <p:sldId id="263" r:id="rId6"/>
    <p:sldId id="258" r:id="rId7"/>
    <p:sldId id="265" r:id="rId8"/>
    <p:sldId id="260" r:id="rId9"/>
    <p:sldId id="266" r:id="rId10"/>
    <p:sldId id="267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79" autoAdjust="0"/>
    <p:restoredTop sz="94660"/>
  </p:normalViewPr>
  <p:slideViewPr>
    <p:cSldViewPr snapToGrid="0">
      <p:cViewPr varScale="1">
        <p:scale>
          <a:sx n="78" d="100"/>
          <a:sy n="78" d="100"/>
        </p:scale>
        <p:origin x="4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9190B3-1C5C-40A0-B39A-6141C3694730}" type="doc">
      <dgm:prSet loTypeId="urn:microsoft.com/office/officeart/2009/3/layout/HorizontalOrganizationChart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554CAB6-7DA5-4F8E-8C65-D6F75E211004}">
      <dgm:prSet phldrT="[Text]"/>
      <dgm:spPr/>
      <dgm:t>
        <a:bodyPr/>
        <a:lstStyle/>
        <a:p>
          <a:r>
            <a:rPr lang="en-US" dirty="0"/>
            <a:t>Microcontroller</a:t>
          </a:r>
        </a:p>
      </dgm:t>
    </dgm:pt>
    <dgm:pt modelId="{DA81D6DE-0B7E-4644-9998-176FE1FE707E}" type="parTrans" cxnId="{B5A0466C-EBD4-4F48-A29A-EE1A76298872}">
      <dgm:prSet/>
      <dgm:spPr/>
      <dgm:t>
        <a:bodyPr/>
        <a:lstStyle/>
        <a:p>
          <a:endParaRPr lang="en-US"/>
        </a:p>
      </dgm:t>
    </dgm:pt>
    <dgm:pt modelId="{B7ED5E4A-1CE9-481E-8DB5-363BB3A66742}" type="sibTrans" cxnId="{B5A0466C-EBD4-4F48-A29A-EE1A76298872}">
      <dgm:prSet/>
      <dgm:spPr/>
      <dgm:t>
        <a:bodyPr/>
        <a:lstStyle/>
        <a:p>
          <a:endParaRPr lang="en-US"/>
        </a:p>
      </dgm:t>
    </dgm:pt>
    <dgm:pt modelId="{69F10F8D-BCAE-40E8-B4E3-A1C3B2E3A0CF}">
      <dgm:prSet phldrT="[Text]"/>
      <dgm:spPr/>
      <dgm:t>
        <a:bodyPr/>
        <a:lstStyle/>
        <a:p>
          <a:r>
            <a:rPr lang="en-US" dirty="0"/>
            <a:t>Wireless Communication Block</a:t>
          </a:r>
        </a:p>
      </dgm:t>
    </dgm:pt>
    <dgm:pt modelId="{CA145BF3-4CF0-4F72-8198-BACD0AB7C78B}" type="parTrans" cxnId="{EB9A4D14-253A-4E1D-B79A-FD051A5639F8}">
      <dgm:prSet/>
      <dgm:spPr/>
      <dgm:t>
        <a:bodyPr/>
        <a:lstStyle/>
        <a:p>
          <a:endParaRPr lang="en-US"/>
        </a:p>
      </dgm:t>
    </dgm:pt>
    <dgm:pt modelId="{55481121-7098-4358-9A52-5BC519F8271A}" type="sibTrans" cxnId="{EB9A4D14-253A-4E1D-B79A-FD051A5639F8}">
      <dgm:prSet/>
      <dgm:spPr/>
      <dgm:t>
        <a:bodyPr/>
        <a:lstStyle/>
        <a:p>
          <a:endParaRPr lang="en-US"/>
        </a:p>
      </dgm:t>
    </dgm:pt>
    <dgm:pt modelId="{CB114E9D-3DF8-44C6-89A9-F1443AF76A3B}">
      <dgm:prSet phldrT="[Text]"/>
      <dgm:spPr/>
      <dgm:t>
        <a:bodyPr/>
        <a:lstStyle/>
        <a:p>
          <a:r>
            <a:rPr lang="en-US" dirty="0"/>
            <a:t>AC Line Switching Block</a:t>
          </a:r>
        </a:p>
      </dgm:t>
    </dgm:pt>
    <dgm:pt modelId="{FCDCA237-3CAA-4187-BF38-ED67FA272FA8}" type="parTrans" cxnId="{A6A53946-D6D6-43A3-97C5-DA4B6B2D3AA3}">
      <dgm:prSet/>
      <dgm:spPr/>
      <dgm:t>
        <a:bodyPr/>
        <a:lstStyle/>
        <a:p>
          <a:endParaRPr lang="en-US"/>
        </a:p>
      </dgm:t>
    </dgm:pt>
    <dgm:pt modelId="{4CF6A3FF-71B7-410F-A555-4972E760CA87}" type="sibTrans" cxnId="{A6A53946-D6D6-43A3-97C5-DA4B6B2D3AA3}">
      <dgm:prSet/>
      <dgm:spPr/>
      <dgm:t>
        <a:bodyPr/>
        <a:lstStyle/>
        <a:p>
          <a:endParaRPr lang="en-US"/>
        </a:p>
      </dgm:t>
    </dgm:pt>
    <dgm:pt modelId="{CC4010EA-EBDB-4963-9DDD-4C39DC9D534C}">
      <dgm:prSet phldrT="[Text]"/>
      <dgm:spPr/>
      <dgm:t>
        <a:bodyPr/>
        <a:lstStyle/>
        <a:p>
          <a:r>
            <a:rPr lang="en-US" dirty="0"/>
            <a:t>Power Metering Block</a:t>
          </a:r>
        </a:p>
      </dgm:t>
    </dgm:pt>
    <dgm:pt modelId="{5127B84E-8071-4720-87D3-8BDB4AA65BBD}" type="parTrans" cxnId="{5701BB7C-D6F0-4763-871F-F4FB7358E82D}">
      <dgm:prSet/>
      <dgm:spPr/>
      <dgm:t>
        <a:bodyPr/>
        <a:lstStyle/>
        <a:p>
          <a:endParaRPr lang="en-US"/>
        </a:p>
      </dgm:t>
    </dgm:pt>
    <dgm:pt modelId="{E7EDDE14-F31C-4B08-97D9-3C52028424D0}" type="sibTrans" cxnId="{5701BB7C-D6F0-4763-871F-F4FB7358E82D}">
      <dgm:prSet/>
      <dgm:spPr/>
      <dgm:t>
        <a:bodyPr/>
        <a:lstStyle/>
        <a:p>
          <a:endParaRPr lang="en-US"/>
        </a:p>
      </dgm:t>
    </dgm:pt>
    <dgm:pt modelId="{218D9DB1-B1B1-4B30-9149-298250EAD42F}">
      <dgm:prSet phldrT="[Text]"/>
      <dgm:spPr/>
      <dgm:t>
        <a:bodyPr/>
        <a:lstStyle/>
        <a:p>
          <a:r>
            <a:rPr lang="en-US" dirty="0"/>
            <a:t>Voltage and Current Sensing</a:t>
          </a:r>
        </a:p>
      </dgm:t>
    </dgm:pt>
    <dgm:pt modelId="{DE5BF0BC-E75D-4D7F-A952-C37299892506}" type="parTrans" cxnId="{1ABB2A17-3876-4F5B-91E3-7A8956A6D43D}">
      <dgm:prSet/>
      <dgm:spPr/>
      <dgm:t>
        <a:bodyPr/>
        <a:lstStyle/>
        <a:p>
          <a:endParaRPr lang="en-US"/>
        </a:p>
      </dgm:t>
    </dgm:pt>
    <dgm:pt modelId="{231BC885-3728-4864-86CC-5E08A4630DCE}" type="sibTrans" cxnId="{1ABB2A17-3876-4F5B-91E3-7A8956A6D43D}">
      <dgm:prSet/>
      <dgm:spPr/>
      <dgm:t>
        <a:bodyPr/>
        <a:lstStyle/>
        <a:p>
          <a:endParaRPr lang="en-US"/>
        </a:p>
      </dgm:t>
    </dgm:pt>
    <dgm:pt modelId="{46E8F39E-B475-453D-A9DB-FA7E79B2B2E0}">
      <dgm:prSet phldrT="[Text]"/>
      <dgm:spPr/>
      <dgm:t>
        <a:bodyPr/>
        <a:lstStyle/>
        <a:p>
          <a:r>
            <a:rPr lang="en-US" dirty="0"/>
            <a:t>Power Factor Measurement</a:t>
          </a:r>
        </a:p>
      </dgm:t>
    </dgm:pt>
    <dgm:pt modelId="{7A1D6385-1E60-46D5-BBF7-A07B7669B61C}" type="parTrans" cxnId="{3542060D-2C74-4681-8B24-BC0046AD7106}">
      <dgm:prSet/>
      <dgm:spPr/>
      <dgm:t>
        <a:bodyPr/>
        <a:lstStyle/>
        <a:p>
          <a:endParaRPr lang="en-US"/>
        </a:p>
      </dgm:t>
    </dgm:pt>
    <dgm:pt modelId="{8AC00809-273C-4DAC-91EC-61CC6AB13635}" type="sibTrans" cxnId="{3542060D-2C74-4681-8B24-BC0046AD7106}">
      <dgm:prSet/>
      <dgm:spPr/>
      <dgm:t>
        <a:bodyPr/>
        <a:lstStyle/>
        <a:p>
          <a:endParaRPr lang="en-US"/>
        </a:p>
      </dgm:t>
    </dgm:pt>
    <dgm:pt modelId="{186987DB-E2DD-4C60-8A1E-31326F34BEAE}">
      <dgm:prSet phldrT="[Text]"/>
      <dgm:spPr/>
      <dgm:t>
        <a:bodyPr/>
        <a:lstStyle/>
        <a:p>
          <a:r>
            <a:rPr lang="en-US" dirty="0"/>
            <a:t>Main AC Line Metering</a:t>
          </a:r>
        </a:p>
      </dgm:t>
    </dgm:pt>
    <dgm:pt modelId="{87B277A7-5BD5-4C70-8218-77D95C9799C9}" type="parTrans" cxnId="{C4D4B03C-5473-42A8-9F08-2F875BDE2A01}">
      <dgm:prSet/>
      <dgm:spPr/>
      <dgm:t>
        <a:bodyPr/>
        <a:lstStyle/>
        <a:p>
          <a:endParaRPr lang="en-US"/>
        </a:p>
      </dgm:t>
    </dgm:pt>
    <dgm:pt modelId="{340CEC75-6CB4-414A-A275-E84208AB6200}" type="sibTrans" cxnId="{C4D4B03C-5473-42A8-9F08-2F875BDE2A01}">
      <dgm:prSet/>
      <dgm:spPr/>
      <dgm:t>
        <a:bodyPr/>
        <a:lstStyle/>
        <a:p>
          <a:endParaRPr lang="en-US"/>
        </a:p>
      </dgm:t>
    </dgm:pt>
    <dgm:pt modelId="{D34A2662-917C-4555-A6B3-282DBA46A363}">
      <dgm:prSet phldrT="[Text]"/>
      <dgm:spPr/>
      <dgm:t>
        <a:bodyPr/>
        <a:lstStyle/>
        <a:p>
          <a:r>
            <a:rPr lang="en-US" dirty="0"/>
            <a:t>Household Line Metering</a:t>
          </a:r>
        </a:p>
      </dgm:t>
    </dgm:pt>
    <dgm:pt modelId="{5D0F3612-4495-41E8-8874-6CFAFAA36E1A}" type="parTrans" cxnId="{F79D3E73-7A26-4A52-B99B-AE022AD1CD69}">
      <dgm:prSet/>
      <dgm:spPr/>
      <dgm:t>
        <a:bodyPr/>
        <a:lstStyle/>
        <a:p>
          <a:endParaRPr lang="en-US"/>
        </a:p>
      </dgm:t>
    </dgm:pt>
    <dgm:pt modelId="{AED3FEF1-06B7-4328-B5D6-58079EEF5119}" type="sibTrans" cxnId="{F79D3E73-7A26-4A52-B99B-AE022AD1CD69}">
      <dgm:prSet/>
      <dgm:spPr/>
      <dgm:t>
        <a:bodyPr/>
        <a:lstStyle/>
        <a:p>
          <a:endParaRPr lang="en-US"/>
        </a:p>
      </dgm:t>
    </dgm:pt>
    <dgm:pt modelId="{C89F5A65-3888-4DBC-9AAD-BC34D315E2AB}">
      <dgm:prSet phldrT="[Text]"/>
      <dgm:spPr/>
      <dgm:t>
        <a:bodyPr/>
        <a:lstStyle/>
        <a:p>
          <a:r>
            <a:rPr lang="en-US" dirty="0"/>
            <a:t>Tamper Detection</a:t>
          </a:r>
        </a:p>
      </dgm:t>
    </dgm:pt>
    <dgm:pt modelId="{218C56BE-1462-4489-8A2F-76EF8EAED29C}" type="parTrans" cxnId="{700E27A7-92A1-49CF-B2C8-358A3A069CE9}">
      <dgm:prSet/>
      <dgm:spPr/>
      <dgm:t>
        <a:bodyPr/>
        <a:lstStyle/>
        <a:p>
          <a:endParaRPr lang="en-US"/>
        </a:p>
      </dgm:t>
    </dgm:pt>
    <dgm:pt modelId="{F17B0C94-1EB7-449D-93C1-942599296865}" type="sibTrans" cxnId="{700E27A7-92A1-49CF-B2C8-358A3A069CE9}">
      <dgm:prSet/>
      <dgm:spPr/>
      <dgm:t>
        <a:bodyPr/>
        <a:lstStyle/>
        <a:p>
          <a:endParaRPr lang="en-US"/>
        </a:p>
      </dgm:t>
    </dgm:pt>
    <dgm:pt modelId="{4AD9C4A1-00B6-46F7-84D3-79A7C500B492}">
      <dgm:prSet phldrT="[Text]"/>
      <dgm:spPr/>
      <dgm:t>
        <a:bodyPr/>
        <a:lstStyle/>
        <a:p>
          <a:r>
            <a:rPr lang="en-US" dirty="0"/>
            <a:t>Power Factor Correction</a:t>
          </a:r>
        </a:p>
      </dgm:t>
    </dgm:pt>
    <dgm:pt modelId="{756A3D5B-4FA7-49A7-AC07-BD9867B9D6C5}" type="parTrans" cxnId="{1EA0ADF8-6DDA-4974-87F2-4FBE07C7AF32}">
      <dgm:prSet/>
      <dgm:spPr/>
      <dgm:t>
        <a:bodyPr/>
        <a:lstStyle/>
        <a:p>
          <a:endParaRPr lang="en-US"/>
        </a:p>
      </dgm:t>
    </dgm:pt>
    <dgm:pt modelId="{E1B003DC-E4AF-469E-ACCC-36142DE4B1C3}" type="sibTrans" cxnId="{1EA0ADF8-6DDA-4974-87F2-4FBE07C7AF32}">
      <dgm:prSet/>
      <dgm:spPr/>
      <dgm:t>
        <a:bodyPr/>
        <a:lstStyle/>
        <a:p>
          <a:endParaRPr lang="en-US"/>
        </a:p>
      </dgm:t>
    </dgm:pt>
    <dgm:pt modelId="{A2626509-BCC7-40CC-90C7-426709D3A430}">
      <dgm:prSet phldrT="[Text]"/>
      <dgm:spPr/>
      <dgm:t>
        <a:bodyPr/>
        <a:lstStyle/>
        <a:p>
          <a:r>
            <a:rPr lang="en-US" dirty="0"/>
            <a:t>AC Solid State Switching</a:t>
          </a:r>
        </a:p>
      </dgm:t>
    </dgm:pt>
    <dgm:pt modelId="{911AECF7-0A4D-471D-AA49-E2E07DC0EB09}" type="parTrans" cxnId="{55E57836-AC57-48D0-86EA-1F9AE4B7C9A6}">
      <dgm:prSet/>
      <dgm:spPr/>
      <dgm:t>
        <a:bodyPr/>
        <a:lstStyle/>
        <a:p>
          <a:endParaRPr lang="en-US"/>
        </a:p>
      </dgm:t>
    </dgm:pt>
    <dgm:pt modelId="{9A6930FF-A20A-4221-9639-7E50E2AE6C61}" type="sibTrans" cxnId="{55E57836-AC57-48D0-86EA-1F9AE4B7C9A6}">
      <dgm:prSet/>
      <dgm:spPr/>
      <dgm:t>
        <a:bodyPr/>
        <a:lstStyle/>
        <a:p>
          <a:endParaRPr lang="en-US"/>
        </a:p>
      </dgm:t>
    </dgm:pt>
    <dgm:pt modelId="{C55BF213-36C2-447F-8C8F-E4308019F6A0}">
      <dgm:prSet phldrT="[Text]"/>
      <dgm:spPr/>
      <dgm:t>
        <a:bodyPr/>
        <a:lstStyle/>
        <a:p>
          <a:r>
            <a:rPr lang="en-US" dirty="0"/>
            <a:t>Power Factor Correction Switching</a:t>
          </a:r>
        </a:p>
      </dgm:t>
    </dgm:pt>
    <dgm:pt modelId="{9959F635-3E1D-4C72-9A77-B1D0265F6923}" type="parTrans" cxnId="{8141C409-EB75-4638-BC93-A752BBD44EFD}">
      <dgm:prSet/>
      <dgm:spPr/>
      <dgm:t>
        <a:bodyPr/>
        <a:lstStyle/>
        <a:p>
          <a:endParaRPr lang="en-US"/>
        </a:p>
      </dgm:t>
    </dgm:pt>
    <dgm:pt modelId="{7645B08A-9C86-49A0-8470-7F105B6A984B}" type="sibTrans" cxnId="{8141C409-EB75-4638-BC93-A752BBD44EFD}">
      <dgm:prSet/>
      <dgm:spPr/>
      <dgm:t>
        <a:bodyPr/>
        <a:lstStyle/>
        <a:p>
          <a:endParaRPr lang="en-US"/>
        </a:p>
      </dgm:t>
    </dgm:pt>
    <dgm:pt modelId="{B0EAC92A-C214-4A59-80A9-42221001B898}">
      <dgm:prSet phldrT="[Text]"/>
      <dgm:spPr/>
      <dgm:t>
        <a:bodyPr/>
        <a:lstStyle/>
        <a:p>
          <a:r>
            <a:rPr lang="en-US" dirty="0"/>
            <a:t>Display Indication Block</a:t>
          </a:r>
        </a:p>
      </dgm:t>
    </dgm:pt>
    <dgm:pt modelId="{9A3E88F7-A18D-4006-B1BA-AB9BCDBA5496}" type="parTrans" cxnId="{58762946-2BAB-4A16-8158-E4576A707DA0}">
      <dgm:prSet/>
      <dgm:spPr/>
      <dgm:t>
        <a:bodyPr/>
        <a:lstStyle/>
        <a:p>
          <a:endParaRPr lang="en-US"/>
        </a:p>
      </dgm:t>
    </dgm:pt>
    <dgm:pt modelId="{5AF40FCA-81CF-43E7-8264-975A487CCDA3}" type="sibTrans" cxnId="{58762946-2BAB-4A16-8158-E4576A707DA0}">
      <dgm:prSet/>
      <dgm:spPr/>
      <dgm:t>
        <a:bodyPr/>
        <a:lstStyle/>
        <a:p>
          <a:endParaRPr lang="en-US"/>
        </a:p>
      </dgm:t>
    </dgm:pt>
    <dgm:pt modelId="{2913B396-249A-46D9-99A9-F6BA0D3C7A06}">
      <dgm:prSet phldrT="[Text]"/>
      <dgm:spPr/>
      <dgm:t>
        <a:bodyPr/>
        <a:lstStyle/>
        <a:p>
          <a:r>
            <a:rPr lang="en-US" dirty="0"/>
            <a:t>LCD Display Interface</a:t>
          </a:r>
        </a:p>
      </dgm:t>
    </dgm:pt>
    <dgm:pt modelId="{1E59A270-7170-4A85-ACB8-DC0969AE178B}" type="parTrans" cxnId="{EF273AA3-FD7E-49A8-9A01-66F2C17B8D0B}">
      <dgm:prSet/>
      <dgm:spPr/>
      <dgm:t>
        <a:bodyPr/>
        <a:lstStyle/>
        <a:p>
          <a:endParaRPr lang="en-US"/>
        </a:p>
      </dgm:t>
    </dgm:pt>
    <dgm:pt modelId="{7D3474E0-A9C8-4FB1-9120-A4B3D735668A}" type="sibTrans" cxnId="{EF273AA3-FD7E-49A8-9A01-66F2C17B8D0B}">
      <dgm:prSet/>
      <dgm:spPr/>
      <dgm:t>
        <a:bodyPr/>
        <a:lstStyle/>
        <a:p>
          <a:endParaRPr lang="en-US"/>
        </a:p>
      </dgm:t>
    </dgm:pt>
    <dgm:pt modelId="{40629B69-A4ED-4668-9AFA-A143266D66B1}">
      <dgm:prSet phldrT="[Text]"/>
      <dgm:spPr/>
      <dgm:t>
        <a:bodyPr/>
        <a:lstStyle/>
        <a:p>
          <a:r>
            <a:rPr lang="en-US" dirty="0"/>
            <a:t>LED Display Interface</a:t>
          </a:r>
        </a:p>
      </dgm:t>
    </dgm:pt>
    <dgm:pt modelId="{F28E0D15-CD01-4828-B710-D0E4F3C10C08}" type="parTrans" cxnId="{1D885AB1-33DB-4F1C-9A34-76CBD47E676A}">
      <dgm:prSet/>
      <dgm:spPr/>
      <dgm:t>
        <a:bodyPr/>
        <a:lstStyle/>
        <a:p>
          <a:endParaRPr lang="en-US"/>
        </a:p>
      </dgm:t>
    </dgm:pt>
    <dgm:pt modelId="{2A39F36A-E4CB-4130-815B-F4D8976C0329}" type="sibTrans" cxnId="{1D885AB1-33DB-4F1C-9A34-76CBD47E676A}">
      <dgm:prSet/>
      <dgm:spPr/>
      <dgm:t>
        <a:bodyPr/>
        <a:lstStyle/>
        <a:p>
          <a:endParaRPr lang="en-US"/>
        </a:p>
      </dgm:t>
    </dgm:pt>
    <dgm:pt modelId="{C3CAB210-3898-4A13-A9E8-36836DD89EB6}" type="pres">
      <dgm:prSet presAssocID="{219190B3-1C5C-40A0-B39A-6141C369473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AFEA071-3437-4794-B9E1-2A35A6DD10ED}" type="pres">
      <dgm:prSet presAssocID="{E554CAB6-7DA5-4F8E-8C65-D6F75E211004}" presName="hierRoot1" presStyleCnt="0">
        <dgm:presLayoutVars>
          <dgm:hierBranch val="init"/>
        </dgm:presLayoutVars>
      </dgm:prSet>
      <dgm:spPr/>
    </dgm:pt>
    <dgm:pt modelId="{927A1B49-FF4F-465E-88F2-6616D50D201F}" type="pres">
      <dgm:prSet presAssocID="{E554CAB6-7DA5-4F8E-8C65-D6F75E211004}" presName="rootComposite1" presStyleCnt="0"/>
      <dgm:spPr/>
    </dgm:pt>
    <dgm:pt modelId="{E0884835-7760-449C-B3FA-1349244375A5}" type="pres">
      <dgm:prSet presAssocID="{E554CAB6-7DA5-4F8E-8C65-D6F75E211004}" presName="rootText1" presStyleLbl="node0" presStyleIdx="0" presStyleCnt="1">
        <dgm:presLayoutVars>
          <dgm:chPref val="3"/>
        </dgm:presLayoutVars>
      </dgm:prSet>
      <dgm:spPr/>
    </dgm:pt>
    <dgm:pt modelId="{36359365-CA49-4072-8CBD-0F65F8FEACDD}" type="pres">
      <dgm:prSet presAssocID="{E554CAB6-7DA5-4F8E-8C65-D6F75E211004}" presName="rootConnector1" presStyleLbl="node1" presStyleIdx="0" presStyleCnt="0"/>
      <dgm:spPr/>
    </dgm:pt>
    <dgm:pt modelId="{5066308B-347D-4CFA-8274-42C393A99136}" type="pres">
      <dgm:prSet presAssocID="{E554CAB6-7DA5-4F8E-8C65-D6F75E211004}" presName="hierChild2" presStyleCnt="0"/>
      <dgm:spPr/>
    </dgm:pt>
    <dgm:pt modelId="{91E86A32-429C-4349-B89E-6EE87B22E242}" type="pres">
      <dgm:prSet presAssocID="{9A3E88F7-A18D-4006-B1BA-AB9BCDBA5496}" presName="Name64" presStyleLbl="parChTrans1D2" presStyleIdx="0" presStyleCnt="4"/>
      <dgm:spPr/>
    </dgm:pt>
    <dgm:pt modelId="{970358DF-DB6D-445E-80F1-FCAC082F35DE}" type="pres">
      <dgm:prSet presAssocID="{B0EAC92A-C214-4A59-80A9-42221001B898}" presName="hierRoot2" presStyleCnt="0">
        <dgm:presLayoutVars>
          <dgm:hierBranch val="init"/>
        </dgm:presLayoutVars>
      </dgm:prSet>
      <dgm:spPr/>
    </dgm:pt>
    <dgm:pt modelId="{C9AA28D6-6131-43C0-BD46-2BAFC8C12426}" type="pres">
      <dgm:prSet presAssocID="{B0EAC92A-C214-4A59-80A9-42221001B898}" presName="rootComposite" presStyleCnt="0"/>
      <dgm:spPr/>
    </dgm:pt>
    <dgm:pt modelId="{6B100583-431F-4BF5-859E-F574103B0C81}" type="pres">
      <dgm:prSet presAssocID="{B0EAC92A-C214-4A59-80A9-42221001B898}" presName="rootText" presStyleLbl="node2" presStyleIdx="0" presStyleCnt="4">
        <dgm:presLayoutVars>
          <dgm:chPref val="3"/>
        </dgm:presLayoutVars>
      </dgm:prSet>
      <dgm:spPr/>
    </dgm:pt>
    <dgm:pt modelId="{6C5AF858-ADE0-40C3-B2F3-745C9788B517}" type="pres">
      <dgm:prSet presAssocID="{B0EAC92A-C214-4A59-80A9-42221001B898}" presName="rootConnector" presStyleLbl="node2" presStyleIdx="0" presStyleCnt="4"/>
      <dgm:spPr/>
    </dgm:pt>
    <dgm:pt modelId="{C99DBBAA-42AA-4787-8437-8D1AA5467A3D}" type="pres">
      <dgm:prSet presAssocID="{B0EAC92A-C214-4A59-80A9-42221001B898}" presName="hierChild4" presStyleCnt="0"/>
      <dgm:spPr/>
    </dgm:pt>
    <dgm:pt modelId="{054EF177-6EB8-4BDA-A5C2-E7916B762B9E}" type="pres">
      <dgm:prSet presAssocID="{1E59A270-7170-4A85-ACB8-DC0969AE178B}" presName="Name64" presStyleLbl="parChTrans1D3" presStyleIdx="0" presStyleCnt="6"/>
      <dgm:spPr/>
    </dgm:pt>
    <dgm:pt modelId="{3D17AC90-7A14-4178-BA0C-391C72FDEADE}" type="pres">
      <dgm:prSet presAssocID="{2913B396-249A-46D9-99A9-F6BA0D3C7A06}" presName="hierRoot2" presStyleCnt="0">
        <dgm:presLayoutVars>
          <dgm:hierBranch val="init"/>
        </dgm:presLayoutVars>
      </dgm:prSet>
      <dgm:spPr/>
    </dgm:pt>
    <dgm:pt modelId="{5EC111F4-91AA-4BBF-A8BD-82390AF957BB}" type="pres">
      <dgm:prSet presAssocID="{2913B396-249A-46D9-99A9-F6BA0D3C7A06}" presName="rootComposite" presStyleCnt="0"/>
      <dgm:spPr/>
    </dgm:pt>
    <dgm:pt modelId="{84D74ED9-B14D-4C88-80C1-EDE5787E89AA}" type="pres">
      <dgm:prSet presAssocID="{2913B396-249A-46D9-99A9-F6BA0D3C7A06}" presName="rootText" presStyleLbl="node3" presStyleIdx="0" presStyleCnt="6">
        <dgm:presLayoutVars>
          <dgm:chPref val="3"/>
        </dgm:presLayoutVars>
      </dgm:prSet>
      <dgm:spPr/>
    </dgm:pt>
    <dgm:pt modelId="{B8B3C2E4-A695-4693-A464-A7B031432C95}" type="pres">
      <dgm:prSet presAssocID="{2913B396-249A-46D9-99A9-F6BA0D3C7A06}" presName="rootConnector" presStyleLbl="node3" presStyleIdx="0" presStyleCnt="6"/>
      <dgm:spPr/>
    </dgm:pt>
    <dgm:pt modelId="{9058B185-FEFF-4D16-A184-102F98F818FE}" type="pres">
      <dgm:prSet presAssocID="{2913B396-249A-46D9-99A9-F6BA0D3C7A06}" presName="hierChild4" presStyleCnt="0"/>
      <dgm:spPr/>
    </dgm:pt>
    <dgm:pt modelId="{0A4F4DC0-91DF-43D4-8146-17F74C4834A4}" type="pres">
      <dgm:prSet presAssocID="{2913B396-249A-46D9-99A9-F6BA0D3C7A06}" presName="hierChild5" presStyleCnt="0"/>
      <dgm:spPr/>
    </dgm:pt>
    <dgm:pt modelId="{4C0389C6-2A4C-4732-84EB-202F5DB7FF0A}" type="pres">
      <dgm:prSet presAssocID="{F28E0D15-CD01-4828-B710-D0E4F3C10C08}" presName="Name64" presStyleLbl="parChTrans1D3" presStyleIdx="1" presStyleCnt="6"/>
      <dgm:spPr/>
    </dgm:pt>
    <dgm:pt modelId="{EBAB9B33-3D27-4DF0-A4A7-5FD8691BE9BC}" type="pres">
      <dgm:prSet presAssocID="{40629B69-A4ED-4668-9AFA-A143266D66B1}" presName="hierRoot2" presStyleCnt="0">
        <dgm:presLayoutVars>
          <dgm:hierBranch val="init"/>
        </dgm:presLayoutVars>
      </dgm:prSet>
      <dgm:spPr/>
    </dgm:pt>
    <dgm:pt modelId="{6B3738EC-CBE9-4E06-85BD-D8B928B1B111}" type="pres">
      <dgm:prSet presAssocID="{40629B69-A4ED-4668-9AFA-A143266D66B1}" presName="rootComposite" presStyleCnt="0"/>
      <dgm:spPr/>
    </dgm:pt>
    <dgm:pt modelId="{85249C18-4BC3-4B5B-9955-B7E40EBBB888}" type="pres">
      <dgm:prSet presAssocID="{40629B69-A4ED-4668-9AFA-A143266D66B1}" presName="rootText" presStyleLbl="node3" presStyleIdx="1" presStyleCnt="6">
        <dgm:presLayoutVars>
          <dgm:chPref val="3"/>
        </dgm:presLayoutVars>
      </dgm:prSet>
      <dgm:spPr/>
    </dgm:pt>
    <dgm:pt modelId="{C6DADF85-68FD-4AB1-BA33-7DFF4950F5EC}" type="pres">
      <dgm:prSet presAssocID="{40629B69-A4ED-4668-9AFA-A143266D66B1}" presName="rootConnector" presStyleLbl="node3" presStyleIdx="1" presStyleCnt="6"/>
      <dgm:spPr/>
    </dgm:pt>
    <dgm:pt modelId="{20D0C36C-34ED-4F6F-8087-1E3811F6A8E5}" type="pres">
      <dgm:prSet presAssocID="{40629B69-A4ED-4668-9AFA-A143266D66B1}" presName="hierChild4" presStyleCnt="0"/>
      <dgm:spPr/>
    </dgm:pt>
    <dgm:pt modelId="{0E5DD5AD-F111-4B2B-A838-C2444FC97807}" type="pres">
      <dgm:prSet presAssocID="{40629B69-A4ED-4668-9AFA-A143266D66B1}" presName="hierChild5" presStyleCnt="0"/>
      <dgm:spPr/>
    </dgm:pt>
    <dgm:pt modelId="{FD480F9F-B2D4-4F45-A939-834F277AD2CA}" type="pres">
      <dgm:prSet presAssocID="{B0EAC92A-C214-4A59-80A9-42221001B898}" presName="hierChild5" presStyleCnt="0"/>
      <dgm:spPr/>
    </dgm:pt>
    <dgm:pt modelId="{E4ACDB1C-0D42-446E-B4D1-0BBC52BD6EB0}" type="pres">
      <dgm:prSet presAssocID="{CA145BF3-4CF0-4F72-8198-BACD0AB7C78B}" presName="Name64" presStyleLbl="parChTrans1D2" presStyleIdx="1" presStyleCnt="4"/>
      <dgm:spPr/>
    </dgm:pt>
    <dgm:pt modelId="{E453FB14-5650-4E8A-97C1-A618A4B076D0}" type="pres">
      <dgm:prSet presAssocID="{69F10F8D-BCAE-40E8-B4E3-A1C3B2E3A0CF}" presName="hierRoot2" presStyleCnt="0">
        <dgm:presLayoutVars>
          <dgm:hierBranch val="init"/>
        </dgm:presLayoutVars>
      </dgm:prSet>
      <dgm:spPr/>
    </dgm:pt>
    <dgm:pt modelId="{84FCD8F3-B83F-44A2-AEFA-502497D81D57}" type="pres">
      <dgm:prSet presAssocID="{69F10F8D-BCAE-40E8-B4E3-A1C3B2E3A0CF}" presName="rootComposite" presStyleCnt="0"/>
      <dgm:spPr/>
    </dgm:pt>
    <dgm:pt modelId="{3D27A7DF-34E4-46D6-830E-AFDEFBA188BF}" type="pres">
      <dgm:prSet presAssocID="{69F10F8D-BCAE-40E8-B4E3-A1C3B2E3A0CF}" presName="rootText" presStyleLbl="node2" presStyleIdx="1" presStyleCnt="4">
        <dgm:presLayoutVars>
          <dgm:chPref val="3"/>
        </dgm:presLayoutVars>
      </dgm:prSet>
      <dgm:spPr/>
    </dgm:pt>
    <dgm:pt modelId="{F54E1D97-2FD8-40D4-A49E-90ABFD93439F}" type="pres">
      <dgm:prSet presAssocID="{69F10F8D-BCAE-40E8-B4E3-A1C3B2E3A0CF}" presName="rootConnector" presStyleLbl="node2" presStyleIdx="1" presStyleCnt="4"/>
      <dgm:spPr/>
    </dgm:pt>
    <dgm:pt modelId="{6EA0F65E-58F4-425C-B06E-4F08F0D78C4F}" type="pres">
      <dgm:prSet presAssocID="{69F10F8D-BCAE-40E8-B4E3-A1C3B2E3A0CF}" presName="hierChild4" presStyleCnt="0"/>
      <dgm:spPr/>
    </dgm:pt>
    <dgm:pt modelId="{DED6976A-6DC0-416D-885A-864EB1C52D51}" type="pres">
      <dgm:prSet presAssocID="{69F10F8D-BCAE-40E8-B4E3-A1C3B2E3A0CF}" presName="hierChild5" presStyleCnt="0"/>
      <dgm:spPr/>
    </dgm:pt>
    <dgm:pt modelId="{F02C3CDE-7197-4713-AF63-CC291380B7D4}" type="pres">
      <dgm:prSet presAssocID="{FCDCA237-3CAA-4187-BF38-ED67FA272FA8}" presName="Name64" presStyleLbl="parChTrans1D2" presStyleIdx="2" presStyleCnt="4"/>
      <dgm:spPr/>
    </dgm:pt>
    <dgm:pt modelId="{F7C55898-764E-4CD9-9FFD-5534F5B003E9}" type="pres">
      <dgm:prSet presAssocID="{CB114E9D-3DF8-44C6-89A9-F1443AF76A3B}" presName="hierRoot2" presStyleCnt="0">
        <dgm:presLayoutVars>
          <dgm:hierBranch val="init"/>
        </dgm:presLayoutVars>
      </dgm:prSet>
      <dgm:spPr/>
    </dgm:pt>
    <dgm:pt modelId="{BD39C562-340C-4A8B-A67C-22B13BE5ECA2}" type="pres">
      <dgm:prSet presAssocID="{CB114E9D-3DF8-44C6-89A9-F1443AF76A3B}" presName="rootComposite" presStyleCnt="0"/>
      <dgm:spPr/>
    </dgm:pt>
    <dgm:pt modelId="{570DD304-107C-410B-AF83-32EA6A5B19A0}" type="pres">
      <dgm:prSet presAssocID="{CB114E9D-3DF8-44C6-89A9-F1443AF76A3B}" presName="rootText" presStyleLbl="node2" presStyleIdx="2" presStyleCnt="4">
        <dgm:presLayoutVars>
          <dgm:chPref val="3"/>
        </dgm:presLayoutVars>
      </dgm:prSet>
      <dgm:spPr/>
    </dgm:pt>
    <dgm:pt modelId="{9D5B1921-5A3E-477A-9F4D-6F9D50FE141C}" type="pres">
      <dgm:prSet presAssocID="{CB114E9D-3DF8-44C6-89A9-F1443AF76A3B}" presName="rootConnector" presStyleLbl="node2" presStyleIdx="2" presStyleCnt="4"/>
      <dgm:spPr/>
    </dgm:pt>
    <dgm:pt modelId="{EE556338-2C45-4D64-8303-C2BD7B5F9D74}" type="pres">
      <dgm:prSet presAssocID="{CB114E9D-3DF8-44C6-89A9-F1443AF76A3B}" presName="hierChild4" presStyleCnt="0"/>
      <dgm:spPr/>
    </dgm:pt>
    <dgm:pt modelId="{BB51DB5A-5934-4E7C-854B-5F5D3A0B70EF}" type="pres">
      <dgm:prSet presAssocID="{911AECF7-0A4D-471D-AA49-E2E07DC0EB09}" presName="Name64" presStyleLbl="parChTrans1D3" presStyleIdx="2" presStyleCnt="6"/>
      <dgm:spPr/>
    </dgm:pt>
    <dgm:pt modelId="{5100BCCD-6EFD-4694-9F0F-9E1A140F7FA4}" type="pres">
      <dgm:prSet presAssocID="{A2626509-BCC7-40CC-90C7-426709D3A430}" presName="hierRoot2" presStyleCnt="0">
        <dgm:presLayoutVars>
          <dgm:hierBranch val="init"/>
        </dgm:presLayoutVars>
      </dgm:prSet>
      <dgm:spPr/>
    </dgm:pt>
    <dgm:pt modelId="{23616A88-751C-498F-8D52-56CEBD42E108}" type="pres">
      <dgm:prSet presAssocID="{A2626509-BCC7-40CC-90C7-426709D3A430}" presName="rootComposite" presStyleCnt="0"/>
      <dgm:spPr/>
    </dgm:pt>
    <dgm:pt modelId="{F2281D5C-1B0A-4C81-896D-63A67D4E58AB}" type="pres">
      <dgm:prSet presAssocID="{A2626509-BCC7-40CC-90C7-426709D3A430}" presName="rootText" presStyleLbl="node3" presStyleIdx="2" presStyleCnt="6">
        <dgm:presLayoutVars>
          <dgm:chPref val="3"/>
        </dgm:presLayoutVars>
      </dgm:prSet>
      <dgm:spPr/>
    </dgm:pt>
    <dgm:pt modelId="{395CC7BA-AE92-47A6-B9C8-F81EFA54776B}" type="pres">
      <dgm:prSet presAssocID="{A2626509-BCC7-40CC-90C7-426709D3A430}" presName="rootConnector" presStyleLbl="node3" presStyleIdx="2" presStyleCnt="6"/>
      <dgm:spPr/>
    </dgm:pt>
    <dgm:pt modelId="{3D59AA65-78B7-49A8-8316-07681C86B23D}" type="pres">
      <dgm:prSet presAssocID="{A2626509-BCC7-40CC-90C7-426709D3A430}" presName="hierChild4" presStyleCnt="0"/>
      <dgm:spPr/>
    </dgm:pt>
    <dgm:pt modelId="{60D1D3B0-DBB4-40C9-B78C-0805FE053705}" type="pres">
      <dgm:prSet presAssocID="{A2626509-BCC7-40CC-90C7-426709D3A430}" presName="hierChild5" presStyleCnt="0"/>
      <dgm:spPr/>
    </dgm:pt>
    <dgm:pt modelId="{670106AF-0BF2-4C34-9625-2DD0856C09F6}" type="pres">
      <dgm:prSet presAssocID="{9959F635-3E1D-4C72-9A77-B1D0265F6923}" presName="Name64" presStyleLbl="parChTrans1D3" presStyleIdx="3" presStyleCnt="6"/>
      <dgm:spPr/>
    </dgm:pt>
    <dgm:pt modelId="{4B96CC65-D9DD-4A99-9730-2A7AB6D0DF82}" type="pres">
      <dgm:prSet presAssocID="{C55BF213-36C2-447F-8C8F-E4308019F6A0}" presName="hierRoot2" presStyleCnt="0">
        <dgm:presLayoutVars>
          <dgm:hierBranch val="init"/>
        </dgm:presLayoutVars>
      </dgm:prSet>
      <dgm:spPr/>
    </dgm:pt>
    <dgm:pt modelId="{A328CF40-6E8C-4AAD-91CD-8A6B454D9B6D}" type="pres">
      <dgm:prSet presAssocID="{C55BF213-36C2-447F-8C8F-E4308019F6A0}" presName="rootComposite" presStyleCnt="0"/>
      <dgm:spPr/>
    </dgm:pt>
    <dgm:pt modelId="{40413071-0E19-475B-B34F-40B08E13F6CA}" type="pres">
      <dgm:prSet presAssocID="{C55BF213-36C2-447F-8C8F-E4308019F6A0}" presName="rootText" presStyleLbl="node3" presStyleIdx="3" presStyleCnt="6">
        <dgm:presLayoutVars>
          <dgm:chPref val="3"/>
        </dgm:presLayoutVars>
      </dgm:prSet>
      <dgm:spPr/>
    </dgm:pt>
    <dgm:pt modelId="{066C2775-8ABE-42F5-B1C5-C5158D15A0D1}" type="pres">
      <dgm:prSet presAssocID="{C55BF213-36C2-447F-8C8F-E4308019F6A0}" presName="rootConnector" presStyleLbl="node3" presStyleIdx="3" presStyleCnt="6"/>
      <dgm:spPr/>
    </dgm:pt>
    <dgm:pt modelId="{92773B02-DB7B-497F-A1CF-3304E0FA2847}" type="pres">
      <dgm:prSet presAssocID="{C55BF213-36C2-447F-8C8F-E4308019F6A0}" presName="hierChild4" presStyleCnt="0"/>
      <dgm:spPr/>
    </dgm:pt>
    <dgm:pt modelId="{18384236-C5DC-4DEA-AB2B-97C91A23E7F0}" type="pres">
      <dgm:prSet presAssocID="{C55BF213-36C2-447F-8C8F-E4308019F6A0}" presName="hierChild5" presStyleCnt="0"/>
      <dgm:spPr/>
    </dgm:pt>
    <dgm:pt modelId="{70549ED9-FB02-491A-ABA4-E4CC5586AB04}" type="pres">
      <dgm:prSet presAssocID="{CB114E9D-3DF8-44C6-89A9-F1443AF76A3B}" presName="hierChild5" presStyleCnt="0"/>
      <dgm:spPr/>
    </dgm:pt>
    <dgm:pt modelId="{5FE2479A-78A6-423E-BA60-356CDC643551}" type="pres">
      <dgm:prSet presAssocID="{5127B84E-8071-4720-87D3-8BDB4AA65BBD}" presName="Name64" presStyleLbl="parChTrans1D2" presStyleIdx="3" presStyleCnt="4"/>
      <dgm:spPr/>
    </dgm:pt>
    <dgm:pt modelId="{604C7AE8-8389-4517-A6FB-34BB5F70B412}" type="pres">
      <dgm:prSet presAssocID="{CC4010EA-EBDB-4963-9DDD-4C39DC9D534C}" presName="hierRoot2" presStyleCnt="0">
        <dgm:presLayoutVars>
          <dgm:hierBranch val="init"/>
        </dgm:presLayoutVars>
      </dgm:prSet>
      <dgm:spPr/>
    </dgm:pt>
    <dgm:pt modelId="{7F15B246-4993-4C51-B345-149C7C29CF5C}" type="pres">
      <dgm:prSet presAssocID="{CC4010EA-EBDB-4963-9DDD-4C39DC9D534C}" presName="rootComposite" presStyleCnt="0"/>
      <dgm:spPr/>
    </dgm:pt>
    <dgm:pt modelId="{23971798-D87D-4517-BE85-1FB9A34B35E1}" type="pres">
      <dgm:prSet presAssocID="{CC4010EA-EBDB-4963-9DDD-4C39DC9D534C}" presName="rootText" presStyleLbl="node2" presStyleIdx="3" presStyleCnt="4">
        <dgm:presLayoutVars>
          <dgm:chPref val="3"/>
        </dgm:presLayoutVars>
      </dgm:prSet>
      <dgm:spPr/>
    </dgm:pt>
    <dgm:pt modelId="{2B1D36CB-2916-485B-BD3F-86E3FC10404B}" type="pres">
      <dgm:prSet presAssocID="{CC4010EA-EBDB-4963-9DDD-4C39DC9D534C}" presName="rootConnector" presStyleLbl="node2" presStyleIdx="3" presStyleCnt="4"/>
      <dgm:spPr/>
    </dgm:pt>
    <dgm:pt modelId="{4C833A79-25CB-4168-B25B-2E1A72915577}" type="pres">
      <dgm:prSet presAssocID="{CC4010EA-EBDB-4963-9DDD-4C39DC9D534C}" presName="hierChild4" presStyleCnt="0"/>
      <dgm:spPr/>
    </dgm:pt>
    <dgm:pt modelId="{A5E57F8C-F139-42F7-868C-18734AF75E06}" type="pres">
      <dgm:prSet presAssocID="{DE5BF0BC-E75D-4D7F-A952-C37299892506}" presName="Name64" presStyleLbl="parChTrans1D3" presStyleIdx="4" presStyleCnt="6"/>
      <dgm:spPr/>
    </dgm:pt>
    <dgm:pt modelId="{3F09E216-F584-4FBD-A97A-E01046BB1697}" type="pres">
      <dgm:prSet presAssocID="{218D9DB1-B1B1-4B30-9149-298250EAD42F}" presName="hierRoot2" presStyleCnt="0">
        <dgm:presLayoutVars>
          <dgm:hierBranch val="init"/>
        </dgm:presLayoutVars>
      </dgm:prSet>
      <dgm:spPr/>
    </dgm:pt>
    <dgm:pt modelId="{5DB5661A-8100-49AB-A311-371C4BB44D56}" type="pres">
      <dgm:prSet presAssocID="{218D9DB1-B1B1-4B30-9149-298250EAD42F}" presName="rootComposite" presStyleCnt="0"/>
      <dgm:spPr/>
    </dgm:pt>
    <dgm:pt modelId="{42C59EB7-14B9-40F2-A210-5375E3DB8865}" type="pres">
      <dgm:prSet presAssocID="{218D9DB1-B1B1-4B30-9149-298250EAD42F}" presName="rootText" presStyleLbl="node3" presStyleIdx="4" presStyleCnt="6">
        <dgm:presLayoutVars>
          <dgm:chPref val="3"/>
        </dgm:presLayoutVars>
      </dgm:prSet>
      <dgm:spPr/>
    </dgm:pt>
    <dgm:pt modelId="{8A1885F9-12C1-4A50-8540-C232F110CD76}" type="pres">
      <dgm:prSet presAssocID="{218D9DB1-B1B1-4B30-9149-298250EAD42F}" presName="rootConnector" presStyleLbl="node3" presStyleIdx="4" presStyleCnt="6"/>
      <dgm:spPr/>
    </dgm:pt>
    <dgm:pt modelId="{D24ED05A-6952-407B-B8DB-0EE733141694}" type="pres">
      <dgm:prSet presAssocID="{218D9DB1-B1B1-4B30-9149-298250EAD42F}" presName="hierChild4" presStyleCnt="0"/>
      <dgm:spPr/>
    </dgm:pt>
    <dgm:pt modelId="{AF625864-9BCB-473A-AF54-4CFF13667B06}" type="pres">
      <dgm:prSet presAssocID="{87B277A7-5BD5-4C70-8218-77D95C9799C9}" presName="Name64" presStyleLbl="parChTrans1D4" presStyleIdx="0" presStyleCnt="4"/>
      <dgm:spPr/>
    </dgm:pt>
    <dgm:pt modelId="{7F316854-28F1-40D9-B72C-8A854F4A5CB5}" type="pres">
      <dgm:prSet presAssocID="{186987DB-E2DD-4C60-8A1E-31326F34BEAE}" presName="hierRoot2" presStyleCnt="0">
        <dgm:presLayoutVars>
          <dgm:hierBranch val="init"/>
        </dgm:presLayoutVars>
      </dgm:prSet>
      <dgm:spPr/>
    </dgm:pt>
    <dgm:pt modelId="{260C7AD7-7BAB-41E8-88A4-CBBEC2146F69}" type="pres">
      <dgm:prSet presAssocID="{186987DB-E2DD-4C60-8A1E-31326F34BEAE}" presName="rootComposite" presStyleCnt="0"/>
      <dgm:spPr/>
    </dgm:pt>
    <dgm:pt modelId="{ABB73491-2803-493F-A998-96C1BF827E42}" type="pres">
      <dgm:prSet presAssocID="{186987DB-E2DD-4C60-8A1E-31326F34BEAE}" presName="rootText" presStyleLbl="node4" presStyleIdx="0" presStyleCnt="4">
        <dgm:presLayoutVars>
          <dgm:chPref val="3"/>
        </dgm:presLayoutVars>
      </dgm:prSet>
      <dgm:spPr/>
    </dgm:pt>
    <dgm:pt modelId="{24450F71-C1F2-48F2-95D6-51F0ABA8B843}" type="pres">
      <dgm:prSet presAssocID="{186987DB-E2DD-4C60-8A1E-31326F34BEAE}" presName="rootConnector" presStyleLbl="node4" presStyleIdx="0" presStyleCnt="4"/>
      <dgm:spPr/>
    </dgm:pt>
    <dgm:pt modelId="{CE0AD190-702A-4E2F-A53A-704455CAAB73}" type="pres">
      <dgm:prSet presAssocID="{186987DB-E2DD-4C60-8A1E-31326F34BEAE}" presName="hierChild4" presStyleCnt="0"/>
      <dgm:spPr/>
    </dgm:pt>
    <dgm:pt modelId="{BEF35C05-0F9D-4471-8C0D-1676DD7DD5B2}" type="pres">
      <dgm:prSet presAssocID="{186987DB-E2DD-4C60-8A1E-31326F34BEAE}" presName="hierChild5" presStyleCnt="0"/>
      <dgm:spPr/>
    </dgm:pt>
    <dgm:pt modelId="{83FA5C0C-C695-4B6F-9791-21DF9C2CE1EC}" type="pres">
      <dgm:prSet presAssocID="{5D0F3612-4495-41E8-8874-6CFAFAA36E1A}" presName="Name64" presStyleLbl="parChTrans1D4" presStyleIdx="1" presStyleCnt="4"/>
      <dgm:spPr/>
    </dgm:pt>
    <dgm:pt modelId="{2690222D-791F-4B8D-99BA-F71AB50FD604}" type="pres">
      <dgm:prSet presAssocID="{D34A2662-917C-4555-A6B3-282DBA46A363}" presName="hierRoot2" presStyleCnt="0">
        <dgm:presLayoutVars>
          <dgm:hierBranch val="init"/>
        </dgm:presLayoutVars>
      </dgm:prSet>
      <dgm:spPr/>
    </dgm:pt>
    <dgm:pt modelId="{080FA336-7458-4443-9540-80508DDDAE69}" type="pres">
      <dgm:prSet presAssocID="{D34A2662-917C-4555-A6B3-282DBA46A363}" presName="rootComposite" presStyleCnt="0"/>
      <dgm:spPr/>
    </dgm:pt>
    <dgm:pt modelId="{8F112E9A-7AA4-49D7-9FD5-0A2B42DD5773}" type="pres">
      <dgm:prSet presAssocID="{D34A2662-917C-4555-A6B3-282DBA46A363}" presName="rootText" presStyleLbl="node4" presStyleIdx="1" presStyleCnt="4">
        <dgm:presLayoutVars>
          <dgm:chPref val="3"/>
        </dgm:presLayoutVars>
      </dgm:prSet>
      <dgm:spPr/>
    </dgm:pt>
    <dgm:pt modelId="{B0B69818-6A9C-4873-B965-2F2B078EAE54}" type="pres">
      <dgm:prSet presAssocID="{D34A2662-917C-4555-A6B3-282DBA46A363}" presName="rootConnector" presStyleLbl="node4" presStyleIdx="1" presStyleCnt="4"/>
      <dgm:spPr/>
    </dgm:pt>
    <dgm:pt modelId="{F4AFBCF4-BDCD-4933-9903-38D9C2EEF345}" type="pres">
      <dgm:prSet presAssocID="{D34A2662-917C-4555-A6B3-282DBA46A363}" presName="hierChild4" presStyleCnt="0"/>
      <dgm:spPr/>
    </dgm:pt>
    <dgm:pt modelId="{B0330808-DFDB-4F7B-B2DB-5693E413C805}" type="pres">
      <dgm:prSet presAssocID="{D34A2662-917C-4555-A6B3-282DBA46A363}" presName="hierChild5" presStyleCnt="0"/>
      <dgm:spPr/>
    </dgm:pt>
    <dgm:pt modelId="{47618C5B-0232-4BC0-9628-F3D90DC45FCC}" type="pres">
      <dgm:prSet presAssocID="{218D9DB1-B1B1-4B30-9149-298250EAD42F}" presName="hierChild5" presStyleCnt="0"/>
      <dgm:spPr/>
    </dgm:pt>
    <dgm:pt modelId="{5C4DAED1-36CB-448E-87B6-2A5DCA8AE57F}" type="pres">
      <dgm:prSet presAssocID="{7A1D6385-1E60-46D5-BBF7-A07B7669B61C}" presName="Name64" presStyleLbl="parChTrans1D3" presStyleIdx="5" presStyleCnt="6"/>
      <dgm:spPr/>
    </dgm:pt>
    <dgm:pt modelId="{852A5F47-779A-4715-9789-3CD8C91BAE73}" type="pres">
      <dgm:prSet presAssocID="{46E8F39E-B475-453D-A9DB-FA7E79B2B2E0}" presName="hierRoot2" presStyleCnt="0">
        <dgm:presLayoutVars>
          <dgm:hierBranch val="init"/>
        </dgm:presLayoutVars>
      </dgm:prSet>
      <dgm:spPr/>
    </dgm:pt>
    <dgm:pt modelId="{F3C6C451-8246-49AB-99EF-42EC4CFD96E8}" type="pres">
      <dgm:prSet presAssocID="{46E8F39E-B475-453D-A9DB-FA7E79B2B2E0}" presName="rootComposite" presStyleCnt="0"/>
      <dgm:spPr/>
    </dgm:pt>
    <dgm:pt modelId="{50B00D42-7CAC-45D4-94C1-83D8C678311A}" type="pres">
      <dgm:prSet presAssocID="{46E8F39E-B475-453D-A9DB-FA7E79B2B2E0}" presName="rootText" presStyleLbl="node3" presStyleIdx="5" presStyleCnt="6">
        <dgm:presLayoutVars>
          <dgm:chPref val="3"/>
        </dgm:presLayoutVars>
      </dgm:prSet>
      <dgm:spPr/>
    </dgm:pt>
    <dgm:pt modelId="{C6B53177-58CD-42D1-8F56-25392DB248EE}" type="pres">
      <dgm:prSet presAssocID="{46E8F39E-B475-453D-A9DB-FA7E79B2B2E0}" presName="rootConnector" presStyleLbl="node3" presStyleIdx="5" presStyleCnt="6"/>
      <dgm:spPr/>
    </dgm:pt>
    <dgm:pt modelId="{DEAB7821-B2C2-4AA1-A460-29B62C8DA343}" type="pres">
      <dgm:prSet presAssocID="{46E8F39E-B475-453D-A9DB-FA7E79B2B2E0}" presName="hierChild4" presStyleCnt="0"/>
      <dgm:spPr/>
    </dgm:pt>
    <dgm:pt modelId="{B65B1520-E565-4FB7-B31D-28257C6F7AC0}" type="pres">
      <dgm:prSet presAssocID="{218C56BE-1462-4489-8A2F-76EF8EAED29C}" presName="Name64" presStyleLbl="parChTrans1D4" presStyleIdx="2" presStyleCnt="4"/>
      <dgm:spPr/>
    </dgm:pt>
    <dgm:pt modelId="{1798B79D-EF35-4696-9ADA-297B543E6B83}" type="pres">
      <dgm:prSet presAssocID="{C89F5A65-3888-4DBC-9AAD-BC34D315E2AB}" presName="hierRoot2" presStyleCnt="0">
        <dgm:presLayoutVars>
          <dgm:hierBranch val="init"/>
        </dgm:presLayoutVars>
      </dgm:prSet>
      <dgm:spPr/>
    </dgm:pt>
    <dgm:pt modelId="{37251446-6322-4BD2-AE82-B06558B6687A}" type="pres">
      <dgm:prSet presAssocID="{C89F5A65-3888-4DBC-9AAD-BC34D315E2AB}" presName="rootComposite" presStyleCnt="0"/>
      <dgm:spPr/>
    </dgm:pt>
    <dgm:pt modelId="{A09EC38D-69E9-4A51-9E2E-D087F5874A92}" type="pres">
      <dgm:prSet presAssocID="{C89F5A65-3888-4DBC-9AAD-BC34D315E2AB}" presName="rootText" presStyleLbl="node4" presStyleIdx="2" presStyleCnt="4">
        <dgm:presLayoutVars>
          <dgm:chPref val="3"/>
        </dgm:presLayoutVars>
      </dgm:prSet>
      <dgm:spPr/>
    </dgm:pt>
    <dgm:pt modelId="{8D0270CC-BCFD-4D32-A3B6-73676DD88EFD}" type="pres">
      <dgm:prSet presAssocID="{C89F5A65-3888-4DBC-9AAD-BC34D315E2AB}" presName="rootConnector" presStyleLbl="node4" presStyleIdx="2" presStyleCnt="4"/>
      <dgm:spPr/>
    </dgm:pt>
    <dgm:pt modelId="{686E5315-7D4C-418F-B838-6AA70D3A39B2}" type="pres">
      <dgm:prSet presAssocID="{C89F5A65-3888-4DBC-9AAD-BC34D315E2AB}" presName="hierChild4" presStyleCnt="0"/>
      <dgm:spPr/>
    </dgm:pt>
    <dgm:pt modelId="{F91F22EA-FBDD-44E4-BF08-14A7DE8DC4CD}" type="pres">
      <dgm:prSet presAssocID="{C89F5A65-3888-4DBC-9AAD-BC34D315E2AB}" presName="hierChild5" presStyleCnt="0"/>
      <dgm:spPr/>
    </dgm:pt>
    <dgm:pt modelId="{987D88A3-7B91-43CD-975D-27727467BB3B}" type="pres">
      <dgm:prSet presAssocID="{756A3D5B-4FA7-49A7-AC07-BD9867B9D6C5}" presName="Name64" presStyleLbl="parChTrans1D4" presStyleIdx="3" presStyleCnt="4"/>
      <dgm:spPr/>
    </dgm:pt>
    <dgm:pt modelId="{C33CD44E-CDD7-4523-B51A-3CA7B3C3C1E6}" type="pres">
      <dgm:prSet presAssocID="{4AD9C4A1-00B6-46F7-84D3-79A7C500B492}" presName="hierRoot2" presStyleCnt="0">
        <dgm:presLayoutVars>
          <dgm:hierBranch val="init"/>
        </dgm:presLayoutVars>
      </dgm:prSet>
      <dgm:spPr/>
    </dgm:pt>
    <dgm:pt modelId="{C432D651-BE19-450F-A32C-C7A7B5B886FC}" type="pres">
      <dgm:prSet presAssocID="{4AD9C4A1-00B6-46F7-84D3-79A7C500B492}" presName="rootComposite" presStyleCnt="0"/>
      <dgm:spPr/>
    </dgm:pt>
    <dgm:pt modelId="{E9449D88-2FF2-4FBD-8990-9DFA4F337EA5}" type="pres">
      <dgm:prSet presAssocID="{4AD9C4A1-00B6-46F7-84D3-79A7C500B492}" presName="rootText" presStyleLbl="node4" presStyleIdx="3" presStyleCnt="4">
        <dgm:presLayoutVars>
          <dgm:chPref val="3"/>
        </dgm:presLayoutVars>
      </dgm:prSet>
      <dgm:spPr/>
    </dgm:pt>
    <dgm:pt modelId="{AEE2356F-209B-4316-8000-088B08A9A07B}" type="pres">
      <dgm:prSet presAssocID="{4AD9C4A1-00B6-46F7-84D3-79A7C500B492}" presName="rootConnector" presStyleLbl="node4" presStyleIdx="3" presStyleCnt="4"/>
      <dgm:spPr/>
    </dgm:pt>
    <dgm:pt modelId="{20CDC483-8F33-4C89-91C9-33054F31C664}" type="pres">
      <dgm:prSet presAssocID="{4AD9C4A1-00B6-46F7-84D3-79A7C500B492}" presName="hierChild4" presStyleCnt="0"/>
      <dgm:spPr/>
    </dgm:pt>
    <dgm:pt modelId="{B9D7229E-3655-46DC-9143-1A2761377DEC}" type="pres">
      <dgm:prSet presAssocID="{4AD9C4A1-00B6-46F7-84D3-79A7C500B492}" presName="hierChild5" presStyleCnt="0"/>
      <dgm:spPr/>
    </dgm:pt>
    <dgm:pt modelId="{1B2A456C-13AA-4549-8464-0CADAD673CD2}" type="pres">
      <dgm:prSet presAssocID="{46E8F39E-B475-453D-A9DB-FA7E79B2B2E0}" presName="hierChild5" presStyleCnt="0"/>
      <dgm:spPr/>
    </dgm:pt>
    <dgm:pt modelId="{DA4A98AD-987E-4837-8C67-4D4CDD3A8C0C}" type="pres">
      <dgm:prSet presAssocID="{CC4010EA-EBDB-4963-9DDD-4C39DC9D534C}" presName="hierChild5" presStyleCnt="0"/>
      <dgm:spPr/>
    </dgm:pt>
    <dgm:pt modelId="{74CAEAB2-04D3-4C8E-9992-3B929354FC9F}" type="pres">
      <dgm:prSet presAssocID="{E554CAB6-7DA5-4F8E-8C65-D6F75E211004}" presName="hierChild3" presStyleCnt="0"/>
      <dgm:spPr/>
    </dgm:pt>
  </dgm:ptLst>
  <dgm:cxnLst>
    <dgm:cxn modelId="{5C3B6401-1E2A-4E0F-9095-7507FC6366DA}" type="presOf" srcId="{A2626509-BCC7-40CC-90C7-426709D3A430}" destId="{395CC7BA-AE92-47A6-B9C8-F81EFA54776B}" srcOrd="1" destOrd="0" presId="urn:microsoft.com/office/officeart/2009/3/layout/HorizontalOrganizationChart"/>
    <dgm:cxn modelId="{8141C409-EB75-4638-BC93-A752BBD44EFD}" srcId="{CB114E9D-3DF8-44C6-89A9-F1443AF76A3B}" destId="{C55BF213-36C2-447F-8C8F-E4308019F6A0}" srcOrd="1" destOrd="0" parTransId="{9959F635-3E1D-4C72-9A77-B1D0265F6923}" sibTransId="{7645B08A-9C86-49A0-8470-7F105B6A984B}"/>
    <dgm:cxn modelId="{3542060D-2C74-4681-8B24-BC0046AD7106}" srcId="{CC4010EA-EBDB-4963-9DDD-4C39DC9D534C}" destId="{46E8F39E-B475-453D-A9DB-FA7E79B2B2E0}" srcOrd="1" destOrd="0" parTransId="{7A1D6385-1E60-46D5-BBF7-A07B7669B61C}" sibTransId="{8AC00809-273C-4DAC-91EC-61CC6AB13635}"/>
    <dgm:cxn modelId="{74D4900E-AB82-4C33-9055-753944D4E319}" type="presOf" srcId="{C89F5A65-3888-4DBC-9AAD-BC34D315E2AB}" destId="{8D0270CC-BCFD-4D32-A3B6-73676DD88EFD}" srcOrd="1" destOrd="0" presId="urn:microsoft.com/office/officeart/2009/3/layout/HorizontalOrganizationChart"/>
    <dgm:cxn modelId="{EB9A4D14-253A-4E1D-B79A-FD051A5639F8}" srcId="{E554CAB6-7DA5-4F8E-8C65-D6F75E211004}" destId="{69F10F8D-BCAE-40E8-B4E3-A1C3B2E3A0CF}" srcOrd="1" destOrd="0" parTransId="{CA145BF3-4CF0-4F72-8198-BACD0AB7C78B}" sibTransId="{55481121-7098-4358-9A52-5BC519F8271A}"/>
    <dgm:cxn modelId="{1ABB2A17-3876-4F5B-91E3-7A8956A6D43D}" srcId="{CC4010EA-EBDB-4963-9DDD-4C39DC9D534C}" destId="{218D9DB1-B1B1-4B30-9149-298250EAD42F}" srcOrd="0" destOrd="0" parTransId="{DE5BF0BC-E75D-4D7F-A952-C37299892506}" sibTransId="{231BC885-3728-4864-86CC-5E08A4630DCE}"/>
    <dgm:cxn modelId="{311EA81A-33DD-4577-AFD3-90A71FB07AC1}" type="presOf" srcId="{40629B69-A4ED-4668-9AFA-A143266D66B1}" destId="{C6DADF85-68FD-4AB1-BA33-7DFF4950F5EC}" srcOrd="1" destOrd="0" presId="urn:microsoft.com/office/officeart/2009/3/layout/HorizontalOrganizationChart"/>
    <dgm:cxn modelId="{9AE2601F-183F-4DB1-9673-7223378A6C59}" type="presOf" srcId="{5127B84E-8071-4720-87D3-8BDB4AA65BBD}" destId="{5FE2479A-78A6-423E-BA60-356CDC643551}" srcOrd="0" destOrd="0" presId="urn:microsoft.com/office/officeart/2009/3/layout/HorizontalOrganizationChart"/>
    <dgm:cxn modelId="{AD206721-717F-41B3-9BF1-2E52A9FF993F}" type="presOf" srcId="{5D0F3612-4495-41E8-8874-6CFAFAA36E1A}" destId="{83FA5C0C-C695-4B6F-9791-21DF9C2CE1EC}" srcOrd="0" destOrd="0" presId="urn:microsoft.com/office/officeart/2009/3/layout/HorizontalOrganizationChart"/>
    <dgm:cxn modelId="{CE5FD725-8B82-4F4C-B622-A9F69C0FAE8D}" type="presOf" srcId="{D34A2662-917C-4555-A6B3-282DBA46A363}" destId="{8F112E9A-7AA4-49D7-9FD5-0A2B42DD5773}" srcOrd="0" destOrd="0" presId="urn:microsoft.com/office/officeart/2009/3/layout/HorizontalOrganizationChart"/>
    <dgm:cxn modelId="{7838A728-37CD-488E-9F9E-C71ADED5DF48}" type="presOf" srcId="{FCDCA237-3CAA-4187-BF38-ED67FA272FA8}" destId="{F02C3CDE-7197-4713-AF63-CC291380B7D4}" srcOrd="0" destOrd="0" presId="urn:microsoft.com/office/officeart/2009/3/layout/HorizontalOrganizationChart"/>
    <dgm:cxn modelId="{57E3B229-89C2-44C9-833C-8B460B6B1D5A}" type="presOf" srcId="{E554CAB6-7DA5-4F8E-8C65-D6F75E211004}" destId="{E0884835-7760-449C-B3FA-1349244375A5}" srcOrd="0" destOrd="0" presId="urn:microsoft.com/office/officeart/2009/3/layout/HorizontalOrganizationChart"/>
    <dgm:cxn modelId="{E31D842B-15A7-4BE4-AA03-E642FB18F2D4}" type="presOf" srcId="{DE5BF0BC-E75D-4D7F-A952-C37299892506}" destId="{A5E57F8C-F139-42F7-868C-18734AF75E06}" srcOrd="0" destOrd="0" presId="urn:microsoft.com/office/officeart/2009/3/layout/HorizontalOrganizationChart"/>
    <dgm:cxn modelId="{C3B0DB35-12B4-4DFC-9855-9D76E9E05189}" type="presOf" srcId="{CB114E9D-3DF8-44C6-89A9-F1443AF76A3B}" destId="{9D5B1921-5A3E-477A-9F4D-6F9D50FE141C}" srcOrd="1" destOrd="0" presId="urn:microsoft.com/office/officeart/2009/3/layout/HorizontalOrganizationChart"/>
    <dgm:cxn modelId="{36DE1C36-48EA-493E-90ED-202889E84DF0}" type="presOf" srcId="{E554CAB6-7DA5-4F8E-8C65-D6F75E211004}" destId="{36359365-CA49-4072-8CBD-0F65F8FEACDD}" srcOrd="1" destOrd="0" presId="urn:microsoft.com/office/officeart/2009/3/layout/HorizontalOrganizationChart"/>
    <dgm:cxn modelId="{7ABF6436-B440-4A53-8495-AA5A826B4834}" type="presOf" srcId="{218C56BE-1462-4489-8A2F-76EF8EAED29C}" destId="{B65B1520-E565-4FB7-B31D-28257C6F7AC0}" srcOrd="0" destOrd="0" presId="urn:microsoft.com/office/officeart/2009/3/layout/HorizontalOrganizationChart"/>
    <dgm:cxn modelId="{55E57836-AC57-48D0-86EA-1F9AE4B7C9A6}" srcId="{CB114E9D-3DF8-44C6-89A9-F1443AF76A3B}" destId="{A2626509-BCC7-40CC-90C7-426709D3A430}" srcOrd="0" destOrd="0" parTransId="{911AECF7-0A4D-471D-AA49-E2E07DC0EB09}" sibTransId="{9A6930FF-A20A-4221-9639-7E50E2AE6C61}"/>
    <dgm:cxn modelId="{116E2B38-BAEF-4A21-B0FE-0FF24CC2E9AF}" type="presOf" srcId="{CC4010EA-EBDB-4963-9DDD-4C39DC9D534C}" destId="{2B1D36CB-2916-485B-BD3F-86E3FC10404B}" srcOrd="1" destOrd="0" presId="urn:microsoft.com/office/officeart/2009/3/layout/HorizontalOrganizationChart"/>
    <dgm:cxn modelId="{C4D4B03C-5473-42A8-9F08-2F875BDE2A01}" srcId="{218D9DB1-B1B1-4B30-9149-298250EAD42F}" destId="{186987DB-E2DD-4C60-8A1E-31326F34BEAE}" srcOrd="0" destOrd="0" parTransId="{87B277A7-5BD5-4C70-8218-77D95C9799C9}" sibTransId="{340CEC75-6CB4-414A-A275-E84208AB6200}"/>
    <dgm:cxn modelId="{BC3E7865-D5FB-49D4-9B5E-C8D405AC1840}" type="presOf" srcId="{9A3E88F7-A18D-4006-B1BA-AB9BCDBA5496}" destId="{91E86A32-429C-4349-B89E-6EE87B22E242}" srcOrd="0" destOrd="0" presId="urn:microsoft.com/office/officeart/2009/3/layout/HorizontalOrganizationChart"/>
    <dgm:cxn modelId="{0648EA45-EE90-4EDC-B0ED-736ACC6AB0D0}" type="presOf" srcId="{2913B396-249A-46D9-99A9-F6BA0D3C7A06}" destId="{84D74ED9-B14D-4C88-80C1-EDE5787E89AA}" srcOrd="0" destOrd="0" presId="urn:microsoft.com/office/officeart/2009/3/layout/HorizontalOrganizationChart"/>
    <dgm:cxn modelId="{58762946-2BAB-4A16-8158-E4576A707DA0}" srcId="{E554CAB6-7DA5-4F8E-8C65-D6F75E211004}" destId="{B0EAC92A-C214-4A59-80A9-42221001B898}" srcOrd="0" destOrd="0" parTransId="{9A3E88F7-A18D-4006-B1BA-AB9BCDBA5496}" sibTransId="{5AF40FCA-81CF-43E7-8264-975A487CCDA3}"/>
    <dgm:cxn modelId="{A6A53946-D6D6-43A3-97C5-DA4B6B2D3AA3}" srcId="{E554CAB6-7DA5-4F8E-8C65-D6F75E211004}" destId="{CB114E9D-3DF8-44C6-89A9-F1443AF76A3B}" srcOrd="2" destOrd="0" parTransId="{FCDCA237-3CAA-4187-BF38-ED67FA272FA8}" sibTransId="{4CF6A3FF-71B7-410F-A555-4972E760CA87}"/>
    <dgm:cxn modelId="{45414368-6BE4-495B-905A-03B91BD307D8}" type="presOf" srcId="{69F10F8D-BCAE-40E8-B4E3-A1C3B2E3A0CF}" destId="{F54E1D97-2FD8-40D4-A49E-90ABFD93439F}" srcOrd="1" destOrd="0" presId="urn:microsoft.com/office/officeart/2009/3/layout/HorizontalOrganizationChart"/>
    <dgm:cxn modelId="{EAB7AD48-2C7B-4200-96E2-E2057A6FCA39}" type="presOf" srcId="{F28E0D15-CD01-4828-B710-D0E4F3C10C08}" destId="{4C0389C6-2A4C-4732-84EB-202F5DB7FF0A}" srcOrd="0" destOrd="0" presId="urn:microsoft.com/office/officeart/2009/3/layout/HorizontalOrganizationChart"/>
    <dgm:cxn modelId="{B5A0466C-EBD4-4F48-A29A-EE1A76298872}" srcId="{219190B3-1C5C-40A0-B39A-6141C3694730}" destId="{E554CAB6-7DA5-4F8E-8C65-D6F75E211004}" srcOrd="0" destOrd="0" parTransId="{DA81D6DE-0B7E-4644-9998-176FE1FE707E}" sibTransId="{B7ED5E4A-1CE9-481E-8DB5-363BB3A66742}"/>
    <dgm:cxn modelId="{5C0CD770-99AE-496B-889B-27A9A9BA6ABD}" type="presOf" srcId="{46E8F39E-B475-453D-A9DB-FA7E79B2B2E0}" destId="{C6B53177-58CD-42D1-8F56-25392DB248EE}" srcOrd="1" destOrd="0" presId="urn:microsoft.com/office/officeart/2009/3/layout/HorizontalOrganizationChart"/>
    <dgm:cxn modelId="{F79D3E73-7A26-4A52-B99B-AE022AD1CD69}" srcId="{218D9DB1-B1B1-4B30-9149-298250EAD42F}" destId="{D34A2662-917C-4555-A6B3-282DBA46A363}" srcOrd="1" destOrd="0" parTransId="{5D0F3612-4495-41E8-8874-6CFAFAA36E1A}" sibTransId="{AED3FEF1-06B7-4328-B5D6-58079EEF5119}"/>
    <dgm:cxn modelId="{1E103D75-CF67-4108-8655-4D1698166FBC}" type="presOf" srcId="{C55BF213-36C2-447F-8C8F-E4308019F6A0}" destId="{40413071-0E19-475B-B34F-40B08E13F6CA}" srcOrd="0" destOrd="0" presId="urn:microsoft.com/office/officeart/2009/3/layout/HorizontalOrganizationChart"/>
    <dgm:cxn modelId="{5701BB7C-D6F0-4763-871F-F4FB7358E82D}" srcId="{E554CAB6-7DA5-4F8E-8C65-D6F75E211004}" destId="{CC4010EA-EBDB-4963-9DDD-4C39DC9D534C}" srcOrd="3" destOrd="0" parTransId="{5127B84E-8071-4720-87D3-8BDB4AA65BBD}" sibTransId="{E7EDDE14-F31C-4B08-97D9-3C52028424D0}"/>
    <dgm:cxn modelId="{8B8C3A82-9648-4390-AE48-E0F8CA8F68E9}" type="presOf" srcId="{7A1D6385-1E60-46D5-BBF7-A07B7669B61C}" destId="{5C4DAED1-36CB-448E-87B6-2A5DCA8AE57F}" srcOrd="0" destOrd="0" presId="urn:microsoft.com/office/officeart/2009/3/layout/HorizontalOrganizationChart"/>
    <dgm:cxn modelId="{DCC45E82-4ACD-479E-9654-E6252906F350}" type="presOf" srcId="{B0EAC92A-C214-4A59-80A9-42221001B898}" destId="{6B100583-431F-4BF5-859E-F574103B0C81}" srcOrd="0" destOrd="0" presId="urn:microsoft.com/office/officeart/2009/3/layout/HorizontalOrganizationChart"/>
    <dgm:cxn modelId="{9E6F2685-30F1-4BEA-AB72-1E5BA19314C0}" type="presOf" srcId="{CC4010EA-EBDB-4963-9DDD-4C39DC9D534C}" destId="{23971798-D87D-4517-BE85-1FB9A34B35E1}" srcOrd="0" destOrd="0" presId="urn:microsoft.com/office/officeart/2009/3/layout/HorizontalOrganizationChart"/>
    <dgm:cxn modelId="{4D977A86-7D24-496E-BBF2-D58E735AB2A3}" type="presOf" srcId="{69F10F8D-BCAE-40E8-B4E3-A1C3B2E3A0CF}" destId="{3D27A7DF-34E4-46D6-830E-AFDEFBA188BF}" srcOrd="0" destOrd="0" presId="urn:microsoft.com/office/officeart/2009/3/layout/HorizontalOrganizationChart"/>
    <dgm:cxn modelId="{D3085087-CA5A-46A9-81B6-B74934C4BFA4}" type="presOf" srcId="{D34A2662-917C-4555-A6B3-282DBA46A363}" destId="{B0B69818-6A9C-4873-B965-2F2B078EAE54}" srcOrd="1" destOrd="0" presId="urn:microsoft.com/office/officeart/2009/3/layout/HorizontalOrganizationChart"/>
    <dgm:cxn modelId="{0941D194-62BF-431E-AFBF-6B6E306B4A55}" type="presOf" srcId="{C89F5A65-3888-4DBC-9AAD-BC34D315E2AB}" destId="{A09EC38D-69E9-4A51-9E2E-D087F5874A92}" srcOrd="0" destOrd="0" presId="urn:microsoft.com/office/officeart/2009/3/layout/HorizontalOrganizationChart"/>
    <dgm:cxn modelId="{6EB16B95-E38D-48E4-9EB2-C23D2BD92FF7}" type="presOf" srcId="{4AD9C4A1-00B6-46F7-84D3-79A7C500B492}" destId="{AEE2356F-209B-4316-8000-088B08A9A07B}" srcOrd="1" destOrd="0" presId="urn:microsoft.com/office/officeart/2009/3/layout/HorizontalOrganizationChart"/>
    <dgm:cxn modelId="{EF273AA3-FD7E-49A8-9A01-66F2C17B8D0B}" srcId="{B0EAC92A-C214-4A59-80A9-42221001B898}" destId="{2913B396-249A-46D9-99A9-F6BA0D3C7A06}" srcOrd="0" destOrd="0" parTransId="{1E59A270-7170-4A85-ACB8-DC0969AE178B}" sibTransId="{7D3474E0-A9C8-4FB1-9120-A4B3D735668A}"/>
    <dgm:cxn modelId="{700E27A7-92A1-49CF-B2C8-358A3A069CE9}" srcId="{46E8F39E-B475-453D-A9DB-FA7E79B2B2E0}" destId="{C89F5A65-3888-4DBC-9AAD-BC34D315E2AB}" srcOrd="0" destOrd="0" parTransId="{218C56BE-1462-4489-8A2F-76EF8EAED29C}" sibTransId="{F17B0C94-1EB7-449D-93C1-942599296865}"/>
    <dgm:cxn modelId="{622613AD-46DC-4733-9794-17C5A3244DC1}" type="presOf" srcId="{186987DB-E2DD-4C60-8A1E-31326F34BEAE}" destId="{24450F71-C1F2-48F2-95D6-51F0ABA8B843}" srcOrd="1" destOrd="0" presId="urn:microsoft.com/office/officeart/2009/3/layout/HorizontalOrganizationChart"/>
    <dgm:cxn modelId="{31DEDBAD-1C5D-4527-8F5B-49A791C63F48}" type="presOf" srcId="{46E8F39E-B475-453D-A9DB-FA7E79B2B2E0}" destId="{50B00D42-7CAC-45D4-94C1-83D8C678311A}" srcOrd="0" destOrd="0" presId="urn:microsoft.com/office/officeart/2009/3/layout/HorizontalOrganizationChart"/>
    <dgm:cxn modelId="{1D885AB1-33DB-4F1C-9A34-76CBD47E676A}" srcId="{B0EAC92A-C214-4A59-80A9-42221001B898}" destId="{40629B69-A4ED-4668-9AFA-A143266D66B1}" srcOrd="1" destOrd="0" parTransId="{F28E0D15-CD01-4828-B710-D0E4F3C10C08}" sibTransId="{2A39F36A-E4CB-4130-815B-F4D8976C0329}"/>
    <dgm:cxn modelId="{EA1434B8-5C05-439C-B4E7-940A683E014D}" type="presOf" srcId="{40629B69-A4ED-4668-9AFA-A143266D66B1}" destId="{85249C18-4BC3-4B5B-9955-B7E40EBBB888}" srcOrd="0" destOrd="0" presId="urn:microsoft.com/office/officeart/2009/3/layout/HorizontalOrganizationChart"/>
    <dgm:cxn modelId="{73B4ACBE-A477-40BB-AF7C-970DCEAD1D06}" type="presOf" srcId="{219190B3-1C5C-40A0-B39A-6141C3694730}" destId="{C3CAB210-3898-4A13-A9E8-36836DD89EB6}" srcOrd="0" destOrd="0" presId="urn:microsoft.com/office/officeart/2009/3/layout/HorizontalOrganizationChart"/>
    <dgm:cxn modelId="{7574B4BF-B13B-42C9-A9A4-E680B642BDE4}" type="presOf" srcId="{186987DB-E2DD-4C60-8A1E-31326F34BEAE}" destId="{ABB73491-2803-493F-A998-96C1BF827E42}" srcOrd="0" destOrd="0" presId="urn:microsoft.com/office/officeart/2009/3/layout/HorizontalOrganizationChart"/>
    <dgm:cxn modelId="{E1F750C1-D141-425E-9231-87C162A175BA}" type="presOf" srcId="{218D9DB1-B1B1-4B30-9149-298250EAD42F}" destId="{42C59EB7-14B9-40F2-A210-5375E3DB8865}" srcOrd="0" destOrd="0" presId="urn:microsoft.com/office/officeart/2009/3/layout/HorizontalOrganizationChart"/>
    <dgm:cxn modelId="{723142C4-9ABD-4217-A7A8-D95C25447657}" type="presOf" srcId="{218D9DB1-B1B1-4B30-9149-298250EAD42F}" destId="{8A1885F9-12C1-4A50-8540-C232F110CD76}" srcOrd="1" destOrd="0" presId="urn:microsoft.com/office/officeart/2009/3/layout/HorizontalOrganizationChart"/>
    <dgm:cxn modelId="{2BCEE4C7-E3BA-4DAE-9654-6317935DC5A7}" type="presOf" srcId="{2913B396-249A-46D9-99A9-F6BA0D3C7A06}" destId="{B8B3C2E4-A695-4693-A464-A7B031432C95}" srcOrd="1" destOrd="0" presId="urn:microsoft.com/office/officeart/2009/3/layout/HorizontalOrganizationChart"/>
    <dgm:cxn modelId="{E3420DD1-F3D7-48AC-B159-FA404A844DA6}" type="presOf" srcId="{756A3D5B-4FA7-49A7-AC07-BD9867B9D6C5}" destId="{987D88A3-7B91-43CD-975D-27727467BB3B}" srcOrd="0" destOrd="0" presId="urn:microsoft.com/office/officeart/2009/3/layout/HorizontalOrganizationChart"/>
    <dgm:cxn modelId="{4BEFDBD2-33B1-4894-AC16-A8E8B0CFC51B}" type="presOf" srcId="{9959F635-3E1D-4C72-9A77-B1D0265F6923}" destId="{670106AF-0BF2-4C34-9625-2DD0856C09F6}" srcOrd="0" destOrd="0" presId="urn:microsoft.com/office/officeart/2009/3/layout/HorizontalOrganizationChart"/>
    <dgm:cxn modelId="{D10610D3-1855-49E1-A311-00AB09888203}" type="presOf" srcId="{4AD9C4A1-00B6-46F7-84D3-79A7C500B492}" destId="{E9449D88-2FF2-4FBD-8990-9DFA4F337EA5}" srcOrd="0" destOrd="0" presId="urn:microsoft.com/office/officeart/2009/3/layout/HorizontalOrganizationChart"/>
    <dgm:cxn modelId="{F3E88AD6-462D-4349-8B46-54D7D31B1091}" type="presOf" srcId="{87B277A7-5BD5-4C70-8218-77D95C9799C9}" destId="{AF625864-9BCB-473A-AF54-4CFF13667B06}" srcOrd="0" destOrd="0" presId="urn:microsoft.com/office/officeart/2009/3/layout/HorizontalOrganizationChart"/>
    <dgm:cxn modelId="{4E8017D7-84AB-491F-A368-69DFCD046FD8}" type="presOf" srcId="{C55BF213-36C2-447F-8C8F-E4308019F6A0}" destId="{066C2775-8ABE-42F5-B1C5-C5158D15A0D1}" srcOrd="1" destOrd="0" presId="urn:microsoft.com/office/officeart/2009/3/layout/HorizontalOrganizationChart"/>
    <dgm:cxn modelId="{427103DE-A609-4F67-9556-A0F9CB7ADD62}" type="presOf" srcId="{1E59A270-7170-4A85-ACB8-DC0969AE178B}" destId="{054EF177-6EB8-4BDA-A5C2-E7916B762B9E}" srcOrd="0" destOrd="0" presId="urn:microsoft.com/office/officeart/2009/3/layout/HorizontalOrganizationChart"/>
    <dgm:cxn modelId="{522A0BEB-3403-420B-B666-6DD6E6509CB7}" type="presOf" srcId="{CA145BF3-4CF0-4F72-8198-BACD0AB7C78B}" destId="{E4ACDB1C-0D42-446E-B4D1-0BBC52BD6EB0}" srcOrd="0" destOrd="0" presId="urn:microsoft.com/office/officeart/2009/3/layout/HorizontalOrganizationChart"/>
    <dgm:cxn modelId="{01C355EC-C93F-4A41-BF39-289C4DD06335}" type="presOf" srcId="{CB114E9D-3DF8-44C6-89A9-F1443AF76A3B}" destId="{570DD304-107C-410B-AF83-32EA6A5B19A0}" srcOrd="0" destOrd="0" presId="urn:microsoft.com/office/officeart/2009/3/layout/HorizontalOrganizationChart"/>
    <dgm:cxn modelId="{F93D8FF2-1FF3-4AA8-8146-8C04F311903A}" type="presOf" srcId="{911AECF7-0A4D-471D-AA49-E2E07DC0EB09}" destId="{BB51DB5A-5934-4E7C-854B-5F5D3A0B70EF}" srcOrd="0" destOrd="0" presId="urn:microsoft.com/office/officeart/2009/3/layout/HorizontalOrganizationChart"/>
    <dgm:cxn modelId="{5CE761F4-118F-4399-8C78-BE747EE7264C}" type="presOf" srcId="{B0EAC92A-C214-4A59-80A9-42221001B898}" destId="{6C5AF858-ADE0-40C3-B2F3-745C9788B517}" srcOrd="1" destOrd="0" presId="urn:microsoft.com/office/officeart/2009/3/layout/HorizontalOrganizationChart"/>
    <dgm:cxn modelId="{E8BE2AF6-3ADB-4D89-999B-3539EF57D452}" type="presOf" srcId="{A2626509-BCC7-40CC-90C7-426709D3A430}" destId="{F2281D5C-1B0A-4C81-896D-63A67D4E58AB}" srcOrd="0" destOrd="0" presId="urn:microsoft.com/office/officeart/2009/3/layout/HorizontalOrganizationChart"/>
    <dgm:cxn modelId="{1EA0ADF8-6DDA-4974-87F2-4FBE07C7AF32}" srcId="{46E8F39E-B475-453D-A9DB-FA7E79B2B2E0}" destId="{4AD9C4A1-00B6-46F7-84D3-79A7C500B492}" srcOrd="1" destOrd="0" parTransId="{756A3D5B-4FA7-49A7-AC07-BD9867B9D6C5}" sibTransId="{E1B003DC-E4AF-469E-ACCC-36142DE4B1C3}"/>
    <dgm:cxn modelId="{CAE971B4-D7A2-4AB6-AE41-E687E17691D4}" type="presParOf" srcId="{C3CAB210-3898-4A13-A9E8-36836DD89EB6}" destId="{9AFEA071-3437-4794-B9E1-2A35A6DD10ED}" srcOrd="0" destOrd="0" presId="urn:microsoft.com/office/officeart/2009/3/layout/HorizontalOrganizationChart"/>
    <dgm:cxn modelId="{FAD367C0-EBFC-431F-8872-DE5844DF363B}" type="presParOf" srcId="{9AFEA071-3437-4794-B9E1-2A35A6DD10ED}" destId="{927A1B49-FF4F-465E-88F2-6616D50D201F}" srcOrd="0" destOrd="0" presId="urn:microsoft.com/office/officeart/2009/3/layout/HorizontalOrganizationChart"/>
    <dgm:cxn modelId="{DCC03F8A-396F-4701-A195-1FC0C88AD3F3}" type="presParOf" srcId="{927A1B49-FF4F-465E-88F2-6616D50D201F}" destId="{E0884835-7760-449C-B3FA-1349244375A5}" srcOrd="0" destOrd="0" presId="urn:microsoft.com/office/officeart/2009/3/layout/HorizontalOrganizationChart"/>
    <dgm:cxn modelId="{2F85ECA4-F768-4CED-AFDB-1F772927BF8C}" type="presParOf" srcId="{927A1B49-FF4F-465E-88F2-6616D50D201F}" destId="{36359365-CA49-4072-8CBD-0F65F8FEACDD}" srcOrd="1" destOrd="0" presId="urn:microsoft.com/office/officeart/2009/3/layout/HorizontalOrganizationChart"/>
    <dgm:cxn modelId="{E12229CE-FFE2-43F8-8017-54CFE680AE4F}" type="presParOf" srcId="{9AFEA071-3437-4794-B9E1-2A35A6DD10ED}" destId="{5066308B-347D-4CFA-8274-42C393A99136}" srcOrd="1" destOrd="0" presId="urn:microsoft.com/office/officeart/2009/3/layout/HorizontalOrganizationChart"/>
    <dgm:cxn modelId="{A5237AF2-EECB-4564-9A8B-CF9F1B1ADD2B}" type="presParOf" srcId="{5066308B-347D-4CFA-8274-42C393A99136}" destId="{91E86A32-429C-4349-B89E-6EE87B22E242}" srcOrd="0" destOrd="0" presId="urn:microsoft.com/office/officeart/2009/3/layout/HorizontalOrganizationChart"/>
    <dgm:cxn modelId="{1C4613EA-C5D2-409A-9BC0-82E00173C041}" type="presParOf" srcId="{5066308B-347D-4CFA-8274-42C393A99136}" destId="{970358DF-DB6D-445E-80F1-FCAC082F35DE}" srcOrd="1" destOrd="0" presId="urn:microsoft.com/office/officeart/2009/3/layout/HorizontalOrganizationChart"/>
    <dgm:cxn modelId="{BF7AE0E2-8637-42F2-A19A-03B825DA87CC}" type="presParOf" srcId="{970358DF-DB6D-445E-80F1-FCAC082F35DE}" destId="{C9AA28D6-6131-43C0-BD46-2BAFC8C12426}" srcOrd="0" destOrd="0" presId="urn:microsoft.com/office/officeart/2009/3/layout/HorizontalOrganizationChart"/>
    <dgm:cxn modelId="{CDF12C57-C12F-4E03-8CCF-2317DA86FE6B}" type="presParOf" srcId="{C9AA28D6-6131-43C0-BD46-2BAFC8C12426}" destId="{6B100583-431F-4BF5-859E-F574103B0C81}" srcOrd="0" destOrd="0" presId="urn:microsoft.com/office/officeart/2009/3/layout/HorizontalOrganizationChart"/>
    <dgm:cxn modelId="{B51DA10A-A946-4DC9-A2BE-A012A36A8F35}" type="presParOf" srcId="{C9AA28D6-6131-43C0-BD46-2BAFC8C12426}" destId="{6C5AF858-ADE0-40C3-B2F3-745C9788B517}" srcOrd="1" destOrd="0" presId="urn:microsoft.com/office/officeart/2009/3/layout/HorizontalOrganizationChart"/>
    <dgm:cxn modelId="{3C381255-7FC0-4AFA-A307-63139A4540E8}" type="presParOf" srcId="{970358DF-DB6D-445E-80F1-FCAC082F35DE}" destId="{C99DBBAA-42AA-4787-8437-8D1AA5467A3D}" srcOrd="1" destOrd="0" presId="urn:microsoft.com/office/officeart/2009/3/layout/HorizontalOrganizationChart"/>
    <dgm:cxn modelId="{55A2FF60-78B0-4883-B8CF-1F161E6F35DB}" type="presParOf" srcId="{C99DBBAA-42AA-4787-8437-8D1AA5467A3D}" destId="{054EF177-6EB8-4BDA-A5C2-E7916B762B9E}" srcOrd="0" destOrd="0" presId="urn:microsoft.com/office/officeart/2009/3/layout/HorizontalOrganizationChart"/>
    <dgm:cxn modelId="{6D2F5AE5-8A57-455B-8027-29DAFD7B1647}" type="presParOf" srcId="{C99DBBAA-42AA-4787-8437-8D1AA5467A3D}" destId="{3D17AC90-7A14-4178-BA0C-391C72FDEADE}" srcOrd="1" destOrd="0" presId="urn:microsoft.com/office/officeart/2009/3/layout/HorizontalOrganizationChart"/>
    <dgm:cxn modelId="{4306A606-6F42-4D8A-A917-E5328B312C7B}" type="presParOf" srcId="{3D17AC90-7A14-4178-BA0C-391C72FDEADE}" destId="{5EC111F4-91AA-4BBF-A8BD-82390AF957BB}" srcOrd="0" destOrd="0" presId="urn:microsoft.com/office/officeart/2009/3/layout/HorizontalOrganizationChart"/>
    <dgm:cxn modelId="{4B4E935D-8411-4662-820B-95878535921C}" type="presParOf" srcId="{5EC111F4-91AA-4BBF-A8BD-82390AF957BB}" destId="{84D74ED9-B14D-4C88-80C1-EDE5787E89AA}" srcOrd="0" destOrd="0" presId="urn:microsoft.com/office/officeart/2009/3/layout/HorizontalOrganizationChart"/>
    <dgm:cxn modelId="{E0F2187C-3031-43EB-B168-3F0412C8FA3D}" type="presParOf" srcId="{5EC111F4-91AA-4BBF-A8BD-82390AF957BB}" destId="{B8B3C2E4-A695-4693-A464-A7B031432C95}" srcOrd="1" destOrd="0" presId="urn:microsoft.com/office/officeart/2009/3/layout/HorizontalOrganizationChart"/>
    <dgm:cxn modelId="{75FB59A0-1E01-4BF7-87CC-F7C6FC68AB11}" type="presParOf" srcId="{3D17AC90-7A14-4178-BA0C-391C72FDEADE}" destId="{9058B185-FEFF-4D16-A184-102F98F818FE}" srcOrd="1" destOrd="0" presId="urn:microsoft.com/office/officeart/2009/3/layout/HorizontalOrganizationChart"/>
    <dgm:cxn modelId="{D61484C5-8908-4E8A-9E69-F445C8E0798E}" type="presParOf" srcId="{3D17AC90-7A14-4178-BA0C-391C72FDEADE}" destId="{0A4F4DC0-91DF-43D4-8146-17F74C4834A4}" srcOrd="2" destOrd="0" presId="urn:microsoft.com/office/officeart/2009/3/layout/HorizontalOrganizationChart"/>
    <dgm:cxn modelId="{5213310C-EE88-45F3-8E21-143E20FCF585}" type="presParOf" srcId="{C99DBBAA-42AA-4787-8437-8D1AA5467A3D}" destId="{4C0389C6-2A4C-4732-84EB-202F5DB7FF0A}" srcOrd="2" destOrd="0" presId="urn:microsoft.com/office/officeart/2009/3/layout/HorizontalOrganizationChart"/>
    <dgm:cxn modelId="{1415C7D7-1227-4C79-8E10-C689DB02FF8F}" type="presParOf" srcId="{C99DBBAA-42AA-4787-8437-8D1AA5467A3D}" destId="{EBAB9B33-3D27-4DF0-A4A7-5FD8691BE9BC}" srcOrd="3" destOrd="0" presId="urn:microsoft.com/office/officeart/2009/3/layout/HorizontalOrganizationChart"/>
    <dgm:cxn modelId="{702DE90D-CEF1-4869-84FF-A679AD31023D}" type="presParOf" srcId="{EBAB9B33-3D27-4DF0-A4A7-5FD8691BE9BC}" destId="{6B3738EC-CBE9-4E06-85BD-D8B928B1B111}" srcOrd="0" destOrd="0" presId="urn:microsoft.com/office/officeart/2009/3/layout/HorizontalOrganizationChart"/>
    <dgm:cxn modelId="{451D8E57-25B2-4A18-81A8-CDA62C73C302}" type="presParOf" srcId="{6B3738EC-CBE9-4E06-85BD-D8B928B1B111}" destId="{85249C18-4BC3-4B5B-9955-B7E40EBBB888}" srcOrd="0" destOrd="0" presId="urn:microsoft.com/office/officeart/2009/3/layout/HorizontalOrganizationChart"/>
    <dgm:cxn modelId="{08245A66-782A-4C1D-95F1-6A99555A761A}" type="presParOf" srcId="{6B3738EC-CBE9-4E06-85BD-D8B928B1B111}" destId="{C6DADF85-68FD-4AB1-BA33-7DFF4950F5EC}" srcOrd="1" destOrd="0" presId="urn:microsoft.com/office/officeart/2009/3/layout/HorizontalOrganizationChart"/>
    <dgm:cxn modelId="{68C5368B-5889-4370-84F5-C71A3DBDBEB0}" type="presParOf" srcId="{EBAB9B33-3D27-4DF0-A4A7-5FD8691BE9BC}" destId="{20D0C36C-34ED-4F6F-8087-1E3811F6A8E5}" srcOrd="1" destOrd="0" presId="urn:microsoft.com/office/officeart/2009/3/layout/HorizontalOrganizationChart"/>
    <dgm:cxn modelId="{3EA7EA16-6351-4C40-A44C-D48CC0596FA0}" type="presParOf" srcId="{EBAB9B33-3D27-4DF0-A4A7-5FD8691BE9BC}" destId="{0E5DD5AD-F111-4B2B-A838-C2444FC97807}" srcOrd="2" destOrd="0" presId="urn:microsoft.com/office/officeart/2009/3/layout/HorizontalOrganizationChart"/>
    <dgm:cxn modelId="{516B42BB-AC89-4787-B5FB-0B99E26EA505}" type="presParOf" srcId="{970358DF-DB6D-445E-80F1-FCAC082F35DE}" destId="{FD480F9F-B2D4-4F45-A939-834F277AD2CA}" srcOrd="2" destOrd="0" presId="urn:microsoft.com/office/officeart/2009/3/layout/HorizontalOrganizationChart"/>
    <dgm:cxn modelId="{1A7D36C2-C2AB-4F98-A1D8-F9EFBADA2A09}" type="presParOf" srcId="{5066308B-347D-4CFA-8274-42C393A99136}" destId="{E4ACDB1C-0D42-446E-B4D1-0BBC52BD6EB0}" srcOrd="2" destOrd="0" presId="urn:microsoft.com/office/officeart/2009/3/layout/HorizontalOrganizationChart"/>
    <dgm:cxn modelId="{A7F1704B-6F7F-43FC-857F-F6376C810A5C}" type="presParOf" srcId="{5066308B-347D-4CFA-8274-42C393A99136}" destId="{E453FB14-5650-4E8A-97C1-A618A4B076D0}" srcOrd="3" destOrd="0" presId="urn:microsoft.com/office/officeart/2009/3/layout/HorizontalOrganizationChart"/>
    <dgm:cxn modelId="{3D85D99E-595B-48E5-82CD-7E5640C4FB80}" type="presParOf" srcId="{E453FB14-5650-4E8A-97C1-A618A4B076D0}" destId="{84FCD8F3-B83F-44A2-AEFA-502497D81D57}" srcOrd="0" destOrd="0" presId="urn:microsoft.com/office/officeart/2009/3/layout/HorizontalOrganizationChart"/>
    <dgm:cxn modelId="{A6E3F5C4-4127-405D-9096-146CDB0B1DE6}" type="presParOf" srcId="{84FCD8F3-B83F-44A2-AEFA-502497D81D57}" destId="{3D27A7DF-34E4-46D6-830E-AFDEFBA188BF}" srcOrd="0" destOrd="0" presId="urn:microsoft.com/office/officeart/2009/3/layout/HorizontalOrganizationChart"/>
    <dgm:cxn modelId="{9BF3FBF1-D3FC-488A-A620-39B324E9694C}" type="presParOf" srcId="{84FCD8F3-B83F-44A2-AEFA-502497D81D57}" destId="{F54E1D97-2FD8-40D4-A49E-90ABFD93439F}" srcOrd="1" destOrd="0" presId="urn:microsoft.com/office/officeart/2009/3/layout/HorizontalOrganizationChart"/>
    <dgm:cxn modelId="{C23E417C-3B97-4418-870A-93DD3F8A04DD}" type="presParOf" srcId="{E453FB14-5650-4E8A-97C1-A618A4B076D0}" destId="{6EA0F65E-58F4-425C-B06E-4F08F0D78C4F}" srcOrd="1" destOrd="0" presId="urn:microsoft.com/office/officeart/2009/3/layout/HorizontalOrganizationChart"/>
    <dgm:cxn modelId="{FD9451A5-A150-4B6A-AD83-0E7EE71EC2B7}" type="presParOf" srcId="{E453FB14-5650-4E8A-97C1-A618A4B076D0}" destId="{DED6976A-6DC0-416D-885A-864EB1C52D51}" srcOrd="2" destOrd="0" presId="urn:microsoft.com/office/officeart/2009/3/layout/HorizontalOrganizationChart"/>
    <dgm:cxn modelId="{E4CE7687-7E56-4EC4-8CD5-B6AA1D64CB50}" type="presParOf" srcId="{5066308B-347D-4CFA-8274-42C393A99136}" destId="{F02C3CDE-7197-4713-AF63-CC291380B7D4}" srcOrd="4" destOrd="0" presId="urn:microsoft.com/office/officeart/2009/3/layout/HorizontalOrganizationChart"/>
    <dgm:cxn modelId="{A3221566-213D-494C-896B-311EE92912BE}" type="presParOf" srcId="{5066308B-347D-4CFA-8274-42C393A99136}" destId="{F7C55898-764E-4CD9-9FFD-5534F5B003E9}" srcOrd="5" destOrd="0" presId="urn:microsoft.com/office/officeart/2009/3/layout/HorizontalOrganizationChart"/>
    <dgm:cxn modelId="{63A23CE4-D3DC-47AC-9002-8D7F747C6795}" type="presParOf" srcId="{F7C55898-764E-4CD9-9FFD-5534F5B003E9}" destId="{BD39C562-340C-4A8B-A67C-22B13BE5ECA2}" srcOrd="0" destOrd="0" presId="urn:microsoft.com/office/officeart/2009/3/layout/HorizontalOrganizationChart"/>
    <dgm:cxn modelId="{BB3D5235-E3B8-49BC-B71A-A1DFCB032FBE}" type="presParOf" srcId="{BD39C562-340C-4A8B-A67C-22B13BE5ECA2}" destId="{570DD304-107C-410B-AF83-32EA6A5B19A0}" srcOrd="0" destOrd="0" presId="urn:microsoft.com/office/officeart/2009/3/layout/HorizontalOrganizationChart"/>
    <dgm:cxn modelId="{1CFEC398-9E4E-4D4C-834A-F93C420133EB}" type="presParOf" srcId="{BD39C562-340C-4A8B-A67C-22B13BE5ECA2}" destId="{9D5B1921-5A3E-477A-9F4D-6F9D50FE141C}" srcOrd="1" destOrd="0" presId="urn:microsoft.com/office/officeart/2009/3/layout/HorizontalOrganizationChart"/>
    <dgm:cxn modelId="{31D41EDA-1179-4E41-B07A-7B28453AE442}" type="presParOf" srcId="{F7C55898-764E-4CD9-9FFD-5534F5B003E9}" destId="{EE556338-2C45-4D64-8303-C2BD7B5F9D74}" srcOrd="1" destOrd="0" presId="urn:microsoft.com/office/officeart/2009/3/layout/HorizontalOrganizationChart"/>
    <dgm:cxn modelId="{1D462787-B22C-4E88-AEB7-CBB2D96BB2B4}" type="presParOf" srcId="{EE556338-2C45-4D64-8303-C2BD7B5F9D74}" destId="{BB51DB5A-5934-4E7C-854B-5F5D3A0B70EF}" srcOrd="0" destOrd="0" presId="urn:microsoft.com/office/officeart/2009/3/layout/HorizontalOrganizationChart"/>
    <dgm:cxn modelId="{FB5B9C7C-8284-422B-87A6-D490E4D42B96}" type="presParOf" srcId="{EE556338-2C45-4D64-8303-C2BD7B5F9D74}" destId="{5100BCCD-6EFD-4694-9F0F-9E1A140F7FA4}" srcOrd="1" destOrd="0" presId="urn:microsoft.com/office/officeart/2009/3/layout/HorizontalOrganizationChart"/>
    <dgm:cxn modelId="{E9BB5D8A-2148-4182-9063-B4AC52F3E6C6}" type="presParOf" srcId="{5100BCCD-6EFD-4694-9F0F-9E1A140F7FA4}" destId="{23616A88-751C-498F-8D52-56CEBD42E108}" srcOrd="0" destOrd="0" presId="urn:microsoft.com/office/officeart/2009/3/layout/HorizontalOrganizationChart"/>
    <dgm:cxn modelId="{F44F35E2-E5D2-4C5C-A3A3-555F24A6F989}" type="presParOf" srcId="{23616A88-751C-498F-8D52-56CEBD42E108}" destId="{F2281D5C-1B0A-4C81-896D-63A67D4E58AB}" srcOrd="0" destOrd="0" presId="urn:microsoft.com/office/officeart/2009/3/layout/HorizontalOrganizationChart"/>
    <dgm:cxn modelId="{1B0F9E5A-E695-47C6-A197-44DDFF3ACA0A}" type="presParOf" srcId="{23616A88-751C-498F-8D52-56CEBD42E108}" destId="{395CC7BA-AE92-47A6-B9C8-F81EFA54776B}" srcOrd="1" destOrd="0" presId="urn:microsoft.com/office/officeart/2009/3/layout/HorizontalOrganizationChart"/>
    <dgm:cxn modelId="{814BF938-1F2D-419B-8CEC-184CBC0747C0}" type="presParOf" srcId="{5100BCCD-6EFD-4694-9F0F-9E1A140F7FA4}" destId="{3D59AA65-78B7-49A8-8316-07681C86B23D}" srcOrd="1" destOrd="0" presId="urn:microsoft.com/office/officeart/2009/3/layout/HorizontalOrganizationChart"/>
    <dgm:cxn modelId="{58629A48-CB25-4B2E-86C2-8C1E2D4C1762}" type="presParOf" srcId="{5100BCCD-6EFD-4694-9F0F-9E1A140F7FA4}" destId="{60D1D3B0-DBB4-40C9-B78C-0805FE053705}" srcOrd="2" destOrd="0" presId="urn:microsoft.com/office/officeart/2009/3/layout/HorizontalOrganizationChart"/>
    <dgm:cxn modelId="{09E021F0-5CFF-4823-9950-E2F4D92EF6CA}" type="presParOf" srcId="{EE556338-2C45-4D64-8303-C2BD7B5F9D74}" destId="{670106AF-0BF2-4C34-9625-2DD0856C09F6}" srcOrd="2" destOrd="0" presId="urn:microsoft.com/office/officeart/2009/3/layout/HorizontalOrganizationChart"/>
    <dgm:cxn modelId="{C28CDA35-8F89-4CF1-9C39-8946B9B5F052}" type="presParOf" srcId="{EE556338-2C45-4D64-8303-C2BD7B5F9D74}" destId="{4B96CC65-D9DD-4A99-9730-2A7AB6D0DF82}" srcOrd="3" destOrd="0" presId="urn:microsoft.com/office/officeart/2009/3/layout/HorizontalOrganizationChart"/>
    <dgm:cxn modelId="{E3A53393-F3DB-451D-AEC1-9730DBF907ED}" type="presParOf" srcId="{4B96CC65-D9DD-4A99-9730-2A7AB6D0DF82}" destId="{A328CF40-6E8C-4AAD-91CD-8A6B454D9B6D}" srcOrd="0" destOrd="0" presId="urn:microsoft.com/office/officeart/2009/3/layout/HorizontalOrganizationChart"/>
    <dgm:cxn modelId="{72A4EE1F-DB3C-4FB1-8925-4ECE3B93F2E3}" type="presParOf" srcId="{A328CF40-6E8C-4AAD-91CD-8A6B454D9B6D}" destId="{40413071-0E19-475B-B34F-40B08E13F6CA}" srcOrd="0" destOrd="0" presId="urn:microsoft.com/office/officeart/2009/3/layout/HorizontalOrganizationChart"/>
    <dgm:cxn modelId="{6C957D30-F90B-4A26-97A8-DC647DD0C4A8}" type="presParOf" srcId="{A328CF40-6E8C-4AAD-91CD-8A6B454D9B6D}" destId="{066C2775-8ABE-42F5-B1C5-C5158D15A0D1}" srcOrd="1" destOrd="0" presId="urn:microsoft.com/office/officeart/2009/3/layout/HorizontalOrganizationChart"/>
    <dgm:cxn modelId="{A87B054C-F5E4-48ED-A7D7-C4BB2EC1EBDC}" type="presParOf" srcId="{4B96CC65-D9DD-4A99-9730-2A7AB6D0DF82}" destId="{92773B02-DB7B-497F-A1CF-3304E0FA2847}" srcOrd="1" destOrd="0" presId="urn:microsoft.com/office/officeart/2009/3/layout/HorizontalOrganizationChart"/>
    <dgm:cxn modelId="{F24C421F-DE80-4EA7-B9E1-23915A45F69B}" type="presParOf" srcId="{4B96CC65-D9DD-4A99-9730-2A7AB6D0DF82}" destId="{18384236-C5DC-4DEA-AB2B-97C91A23E7F0}" srcOrd="2" destOrd="0" presId="urn:microsoft.com/office/officeart/2009/3/layout/HorizontalOrganizationChart"/>
    <dgm:cxn modelId="{93A83D0F-DF50-40E7-B1B3-965866D20494}" type="presParOf" srcId="{F7C55898-764E-4CD9-9FFD-5534F5B003E9}" destId="{70549ED9-FB02-491A-ABA4-E4CC5586AB04}" srcOrd="2" destOrd="0" presId="urn:microsoft.com/office/officeart/2009/3/layout/HorizontalOrganizationChart"/>
    <dgm:cxn modelId="{55539FDC-0F94-47E4-B3AC-E4DFC0038AF9}" type="presParOf" srcId="{5066308B-347D-4CFA-8274-42C393A99136}" destId="{5FE2479A-78A6-423E-BA60-356CDC643551}" srcOrd="6" destOrd="0" presId="urn:microsoft.com/office/officeart/2009/3/layout/HorizontalOrganizationChart"/>
    <dgm:cxn modelId="{3F5D4854-5F2E-4502-9005-23FEFB124374}" type="presParOf" srcId="{5066308B-347D-4CFA-8274-42C393A99136}" destId="{604C7AE8-8389-4517-A6FB-34BB5F70B412}" srcOrd="7" destOrd="0" presId="urn:microsoft.com/office/officeart/2009/3/layout/HorizontalOrganizationChart"/>
    <dgm:cxn modelId="{AE630E5D-4941-4C4C-B9D1-7CA2C0370D53}" type="presParOf" srcId="{604C7AE8-8389-4517-A6FB-34BB5F70B412}" destId="{7F15B246-4993-4C51-B345-149C7C29CF5C}" srcOrd="0" destOrd="0" presId="urn:microsoft.com/office/officeart/2009/3/layout/HorizontalOrganizationChart"/>
    <dgm:cxn modelId="{ED5EABC0-7798-407F-82D6-B7A09B0877EB}" type="presParOf" srcId="{7F15B246-4993-4C51-B345-149C7C29CF5C}" destId="{23971798-D87D-4517-BE85-1FB9A34B35E1}" srcOrd="0" destOrd="0" presId="urn:microsoft.com/office/officeart/2009/3/layout/HorizontalOrganizationChart"/>
    <dgm:cxn modelId="{BD47C3B6-3722-4E89-921C-47C67DB557E2}" type="presParOf" srcId="{7F15B246-4993-4C51-B345-149C7C29CF5C}" destId="{2B1D36CB-2916-485B-BD3F-86E3FC10404B}" srcOrd="1" destOrd="0" presId="urn:microsoft.com/office/officeart/2009/3/layout/HorizontalOrganizationChart"/>
    <dgm:cxn modelId="{B4495844-C002-4EE1-99D8-CD016F0032CA}" type="presParOf" srcId="{604C7AE8-8389-4517-A6FB-34BB5F70B412}" destId="{4C833A79-25CB-4168-B25B-2E1A72915577}" srcOrd="1" destOrd="0" presId="urn:microsoft.com/office/officeart/2009/3/layout/HorizontalOrganizationChart"/>
    <dgm:cxn modelId="{79AB8442-1DC5-4975-9EC8-366049AE7821}" type="presParOf" srcId="{4C833A79-25CB-4168-B25B-2E1A72915577}" destId="{A5E57F8C-F139-42F7-868C-18734AF75E06}" srcOrd="0" destOrd="0" presId="urn:microsoft.com/office/officeart/2009/3/layout/HorizontalOrganizationChart"/>
    <dgm:cxn modelId="{B46967AC-8F5E-4DAE-98A3-1D68A8EB2461}" type="presParOf" srcId="{4C833A79-25CB-4168-B25B-2E1A72915577}" destId="{3F09E216-F584-4FBD-A97A-E01046BB1697}" srcOrd="1" destOrd="0" presId="urn:microsoft.com/office/officeart/2009/3/layout/HorizontalOrganizationChart"/>
    <dgm:cxn modelId="{0AC4472B-550B-46C7-9300-F926CC401F92}" type="presParOf" srcId="{3F09E216-F584-4FBD-A97A-E01046BB1697}" destId="{5DB5661A-8100-49AB-A311-371C4BB44D56}" srcOrd="0" destOrd="0" presId="urn:microsoft.com/office/officeart/2009/3/layout/HorizontalOrganizationChart"/>
    <dgm:cxn modelId="{AA3DF97A-9A22-4518-9B88-54E40FBF9877}" type="presParOf" srcId="{5DB5661A-8100-49AB-A311-371C4BB44D56}" destId="{42C59EB7-14B9-40F2-A210-5375E3DB8865}" srcOrd="0" destOrd="0" presId="urn:microsoft.com/office/officeart/2009/3/layout/HorizontalOrganizationChart"/>
    <dgm:cxn modelId="{9FD90AC3-DC51-4FB5-924C-46D597CF65CC}" type="presParOf" srcId="{5DB5661A-8100-49AB-A311-371C4BB44D56}" destId="{8A1885F9-12C1-4A50-8540-C232F110CD76}" srcOrd="1" destOrd="0" presId="urn:microsoft.com/office/officeart/2009/3/layout/HorizontalOrganizationChart"/>
    <dgm:cxn modelId="{6583BB9F-EB2D-471D-8A81-65754B279B8E}" type="presParOf" srcId="{3F09E216-F584-4FBD-A97A-E01046BB1697}" destId="{D24ED05A-6952-407B-B8DB-0EE733141694}" srcOrd="1" destOrd="0" presId="urn:microsoft.com/office/officeart/2009/3/layout/HorizontalOrganizationChart"/>
    <dgm:cxn modelId="{63617555-B983-4519-87D3-A3D13C6051C4}" type="presParOf" srcId="{D24ED05A-6952-407B-B8DB-0EE733141694}" destId="{AF625864-9BCB-473A-AF54-4CFF13667B06}" srcOrd="0" destOrd="0" presId="urn:microsoft.com/office/officeart/2009/3/layout/HorizontalOrganizationChart"/>
    <dgm:cxn modelId="{E39A637B-DF9E-446F-AD05-8BED06E5330C}" type="presParOf" srcId="{D24ED05A-6952-407B-B8DB-0EE733141694}" destId="{7F316854-28F1-40D9-B72C-8A854F4A5CB5}" srcOrd="1" destOrd="0" presId="urn:microsoft.com/office/officeart/2009/3/layout/HorizontalOrganizationChart"/>
    <dgm:cxn modelId="{D76357E9-F309-4E49-BA08-B825DC2CA035}" type="presParOf" srcId="{7F316854-28F1-40D9-B72C-8A854F4A5CB5}" destId="{260C7AD7-7BAB-41E8-88A4-CBBEC2146F69}" srcOrd="0" destOrd="0" presId="urn:microsoft.com/office/officeart/2009/3/layout/HorizontalOrganizationChart"/>
    <dgm:cxn modelId="{58813F3B-5717-46F7-BD51-974EE701C16C}" type="presParOf" srcId="{260C7AD7-7BAB-41E8-88A4-CBBEC2146F69}" destId="{ABB73491-2803-493F-A998-96C1BF827E42}" srcOrd="0" destOrd="0" presId="urn:microsoft.com/office/officeart/2009/3/layout/HorizontalOrganizationChart"/>
    <dgm:cxn modelId="{8080A520-661A-49FF-88D8-6D4E05523F1C}" type="presParOf" srcId="{260C7AD7-7BAB-41E8-88A4-CBBEC2146F69}" destId="{24450F71-C1F2-48F2-95D6-51F0ABA8B843}" srcOrd="1" destOrd="0" presId="urn:microsoft.com/office/officeart/2009/3/layout/HorizontalOrganizationChart"/>
    <dgm:cxn modelId="{C286C207-2746-4979-BACC-3C73C0C3CE6C}" type="presParOf" srcId="{7F316854-28F1-40D9-B72C-8A854F4A5CB5}" destId="{CE0AD190-702A-4E2F-A53A-704455CAAB73}" srcOrd="1" destOrd="0" presId="urn:microsoft.com/office/officeart/2009/3/layout/HorizontalOrganizationChart"/>
    <dgm:cxn modelId="{C50A92A0-71A8-49EF-B4EF-444B8C3311E5}" type="presParOf" srcId="{7F316854-28F1-40D9-B72C-8A854F4A5CB5}" destId="{BEF35C05-0F9D-4471-8C0D-1676DD7DD5B2}" srcOrd="2" destOrd="0" presId="urn:microsoft.com/office/officeart/2009/3/layout/HorizontalOrganizationChart"/>
    <dgm:cxn modelId="{5CBA7FFF-0408-429B-976C-5DA5C2495C5E}" type="presParOf" srcId="{D24ED05A-6952-407B-B8DB-0EE733141694}" destId="{83FA5C0C-C695-4B6F-9791-21DF9C2CE1EC}" srcOrd="2" destOrd="0" presId="urn:microsoft.com/office/officeart/2009/3/layout/HorizontalOrganizationChart"/>
    <dgm:cxn modelId="{3FE1CCDB-0A17-4AA6-82CC-63F20476646F}" type="presParOf" srcId="{D24ED05A-6952-407B-B8DB-0EE733141694}" destId="{2690222D-791F-4B8D-99BA-F71AB50FD604}" srcOrd="3" destOrd="0" presId="urn:microsoft.com/office/officeart/2009/3/layout/HorizontalOrganizationChart"/>
    <dgm:cxn modelId="{4C37A977-E10C-4E4B-9829-DBB1764F7F7F}" type="presParOf" srcId="{2690222D-791F-4B8D-99BA-F71AB50FD604}" destId="{080FA336-7458-4443-9540-80508DDDAE69}" srcOrd="0" destOrd="0" presId="urn:microsoft.com/office/officeart/2009/3/layout/HorizontalOrganizationChart"/>
    <dgm:cxn modelId="{DAF3F0A9-B11B-49A6-A322-28DEFB04E7DD}" type="presParOf" srcId="{080FA336-7458-4443-9540-80508DDDAE69}" destId="{8F112E9A-7AA4-49D7-9FD5-0A2B42DD5773}" srcOrd="0" destOrd="0" presId="urn:microsoft.com/office/officeart/2009/3/layout/HorizontalOrganizationChart"/>
    <dgm:cxn modelId="{93D27C11-7442-447D-A5E9-58AB52A4F3AC}" type="presParOf" srcId="{080FA336-7458-4443-9540-80508DDDAE69}" destId="{B0B69818-6A9C-4873-B965-2F2B078EAE54}" srcOrd="1" destOrd="0" presId="urn:microsoft.com/office/officeart/2009/3/layout/HorizontalOrganizationChart"/>
    <dgm:cxn modelId="{4C663BF7-BD45-42C8-AD20-731564F1C10C}" type="presParOf" srcId="{2690222D-791F-4B8D-99BA-F71AB50FD604}" destId="{F4AFBCF4-BDCD-4933-9903-38D9C2EEF345}" srcOrd="1" destOrd="0" presId="urn:microsoft.com/office/officeart/2009/3/layout/HorizontalOrganizationChart"/>
    <dgm:cxn modelId="{5E9A5DC1-59ED-4AD9-A492-ADB9B801CAC7}" type="presParOf" srcId="{2690222D-791F-4B8D-99BA-F71AB50FD604}" destId="{B0330808-DFDB-4F7B-B2DB-5693E413C805}" srcOrd="2" destOrd="0" presId="urn:microsoft.com/office/officeart/2009/3/layout/HorizontalOrganizationChart"/>
    <dgm:cxn modelId="{748687A4-6367-407B-867E-0CDD0CC26E4B}" type="presParOf" srcId="{3F09E216-F584-4FBD-A97A-E01046BB1697}" destId="{47618C5B-0232-4BC0-9628-F3D90DC45FCC}" srcOrd="2" destOrd="0" presId="urn:microsoft.com/office/officeart/2009/3/layout/HorizontalOrganizationChart"/>
    <dgm:cxn modelId="{B76EEF43-FF7D-4B3A-85B5-72C0E448B49D}" type="presParOf" srcId="{4C833A79-25CB-4168-B25B-2E1A72915577}" destId="{5C4DAED1-36CB-448E-87B6-2A5DCA8AE57F}" srcOrd="2" destOrd="0" presId="urn:microsoft.com/office/officeart/2009/3/layout/HorizontalOrganizationChart"/>
    <dgm:cxn modelId="{FB3212FE-F8D9-4A12-903C-60DA3D8CB779}" type="presParOf" srcId="{4C833A79-25CB-4168-B25B-2E1A72915577}" destId="{852A5F47-779A-4715-9789-3CD8C91BAE73}" srcOrd="3" destOrd="0" presId="urn:microsoft.com/office/officeart/2009/3/layout/HorizontalOrganizationChart"/>
    <dgm:cxn modelId="{AAF85D17-306D-4725-B479-998359399AE3}" type="presParOf" srcId="{852A5F47-779A-4715-9789-3CD8C91BAE73}" destId="{F3C6C451-8246-49AB-99EF-42EC4CFD96E8}" srcOrd="0" destOrd="0" presId="urn:microsoft.com/office/officeart/2009/3/layout/HorizontalOrganizationChart"/>
    <dgm:cxn modelId="{F372A930-AEC6-4198-8280-FE4790768854}" type="presParOf" srcId="{F3C6C451-8246-49AB-99EF-42EC4CFD96E8}" destId="{50B00D42-7CAC-45D4-94C1-83D8C678311A}" srcOrd="0" destOrd="0" presId="urn:microsoft.com/office/officeart/2009/3/layout/HorizontalOrganizationChart"/>
    <dgm:cxn modelId="{40786E10-4980-49D6-8F44-B3C67326F957}" type="presParOf" srcId="{F3C6C451-8246-49AB-99EF-42EC4CFD96E8}" destId="{C6B53177-58CD-42D1-8F56-25392DB248EE}" srcOrd="1" destOrd="0" presId="urn:microsoft.com/office/officeart/2009/3/layout/HorizontalOrganizationChart"/>
    <dgm:cxn modelId="{48155ED8-ECD3-4CF3-B824-87B566AF4520}" type="presParOf" srcId="{852A5F47-779A-4715-9789-3CD8C91BAE73}" destId="{DEAB7821-B2C2-4AA1-A460-29B62C8DA343}" srcOrd="1" destOrd="0" presId="urn:microsoft.com/office/officeart/2009/3/layout/HorizontalOrganizationChart"/>
    <dgm:cxn modelId="{D89FC7EA-A8B8-4C85-B381-BC95EFF30760}" type="presParOf" srcId="{DEAB7821-B2C2-4AA1-A460-29B62C8DA343}" destId="{B65B1520-E565-4FB7-B31D-28257C6F7AC0}" srcOrd="0" destOrd="0" presId="urn:microsoft.com/office/officeart/2009/3/layout/HorizontalOrganizationChart"/>
    <dgm:cxn modelId="{9ABEA522-7770-4E5D-A1EE-3BBCF53D5635}" type="presParOf" srcId="{DEAB7821-B2C2-4AA1-A460-29B62C8DA343}" destId="{1798B79D-EF35-4696-9ADA-297B543E6B83}" srcOrd="1" destOrd="0" presId="urn:microsoft.com/office/officeart/2009/3/layout/HorizontalOrganizationChart"/>
    <dgm:cxn modelId="{E152E914-FD1F-466D-BC95-A51ED1E9483C}" type="presParOf" srcId="{1798B79D-EF35-4696-9ADA-297B543E6B83}" destId="{37251446-6322-4BD2-AE82-B06558B6687A}" srcOrd="0" destOrd="0" presId="urn:microsoft.com/office/officeart/2009/3/layout/HorizontalOrganizationChart"/>
    <dgm:cxn modelId="{D8551A68-CCCF-4153-8AF9-E78CAB7CDC40}" type="presParOf" srcId="{37251446-6322-4BD2-AE82-B06558B6687A}" destId="{A09EC38D-69E9-4A51-9E2E-D087F5874A92}" srcOrd="0" destOrd="0" presId="urn:microsoft.com/office/officeart/2009/3/layout/HorizontalOrganizationChart"/>
    <dgm:cxn modelId="{8AFC3E21-5063-43C0-9523-142FF26EE040}" type="presParOf" srcId="{37251446-6322-4BD2-AE82-B06558B6687A}" destId="{8D0270CC-BCFD-4D32-A3B6-73676DD88EFD}" srcOrd="1" destOrd="0" presId="urn:microsoft.com/office/officeart/2009/3/layout/HorizontalOrganizationChart"/>
    <dgm:cxn modelId="{2152C5DF-EEDE-40B3-80D2-F0ADEFC915A4}" type="presParOf" srcId="{1798B79D-EF35-4696-9ADA-297B543E6B83}" destId="{686E5315-7D4C-418F-B838-6AA70D3A39B2}" srcOrd="1" destOrd="0" presId="urn:microsoft.com/office/officeart/2009/3/layout/HorizontalOrganizationChart"/>
    <dgm:cxn modelId="{E6A02583-4274-44EB-89EF-A9B4AF42F5A9}" type="presParOf" srcId="{1798B79D-EF35-4696-9ADA-297B543E6B83}" destId="{F91F22EA-FBDD-44E4-BF08-14A7DE8DC4CD}" srcOrd="2" destOrd="0" presId="urn:microsoft.com/office/officeart/2009/3/layout/HorizontalOrganizationChart"/>
    <dgm:cxn modelId="{59936913-799F-4732-96E3-21BDE8300AD8}" type="presParOf" srcId="{DEAB7821-B2C2-4AA1-A460-29B62C8DA343}" destId="{987D88A3-7B91-43CD-975D-27727467BB3B}" srcOrd="2" destOrd="0" presId="urn:microsoft.com/office/officeart/2009/3/layout/HorizontalOrganizationChart"/>
    <dgm:cxn modelId="{869A6440-A072-4A3F-B7C5-1419F7C46409}" type="presParOf" srcId="{DEAB7821-B2C2-4AA1-A460-29B62C8DA343}" destId="{C33CD44E-CDD7-4523-B51A-3CA7B3C3C1E6}" srcOrd="3" destOrd="0" presId="urn:microsoft.com/office/officeart/2009/3/layout/HorizontalOrganizationChart"/>
    <dgm:cxn modelId="{15FC9100-2DC4-4171-9F8F-F49561D44058}" type="presParOf" srcId="{C33CD44E-CDD7-4523-B51A-3CA7B3C3C1E6}" destId="{C432D651-BE19-450F-A32C-C7A7B5B886FC}" srcOrd="0" destOrd="0" presId="urn:microsoft.com/office/officeart/2009/3/layout/HorizontalOrganizationChart"/>
    <dgm:cxn modelId="{F8889664-72B7-4F3A-9947-B324E41BA24C}" type="presParOf" srcId="{C432D651-BE19-450F-A32C-C7A7B5B886FC}" destId="{E9449D88-2FF2-4FBD-8990-9DFA4F337EA5}" srcOrd="0" destOrd="0" presId="urn:microsoft.com/office/officeart/2009/3/layout/HorizontalOrganizationChart"/>
    <dgm:cxn modelId="{BCCA3C68-AA5A-4715-A5A3-B03CCA50FDA5}" type="presParOf" srcId="{C432D651-BE19-450F-A32C-C7A7B5B886FC}" destId="{AEE2356F-209B-4316-8000-088B08A9A07B}" srcOrd="1" destOrd="0" presId="urn:microsoft.com/office/officeart/2009/3/layout/HorizontalOrganizationChart"/>
    <dgm:cxn modelId="{454AF481-9768-4E5B-8ADA-251ED0677E90}" type="presParOf" srcId="{C33CD44E-CDD7-4523-B51A-3CA7B3C3C1E6}" destId="{20CDC483-8F33-4C89-91C9-33054F31C664}" srcOrd="1" destOrd="0" presId="urn:microsoft.com/office/officeart/2009/3/layout/HorizontalOrganizationChart"/>
    <dgm:cxn modelId="{6A0418AE-9189-4FD2-B4B4-3A5165083946}" type="presParOf" srcId="{C33CD44E-CDD7-4523-B51A-3CA7B3C3C1E6}" destId="{B9D7229E-3655-46DC-9143-1A2761377DEC}" srcOrd="2" destOrd="0" presId="urn:microsoft.com/office/officeart/2009/3/layout/HorizontalOrganizationChart"/>
    <dgm:cxn modelId="{5AB1292F-1122-4996-97A2-10CD419892EE}" type="presParOf" srcId="{852A5F47-779A-4715-9789-3CD8C91BAE73}" destId="{1B2A456C-13AA-4549-8464-0CADAD673CD2}" srcOrd="2" destOrd="0" presId="urn:microsoft.com/office/officeart/2009/3/layout/HorizontalOrganizationChart"/>
    <dgm:cxn modelId="{9C8E8E1B-C4B6-48A0-B0B5-2018466D2FA1}" type="presParOf" srcId="{604C7AE8-8389-4517-A6FB-34BB5F70B412}" destId="{DA4A98AD-987E-4837-8C67-4D4CDD3A8C0C}" srcOrd="2" destOrd="0" presId="urn:microsoft.com/office/officeart/2009/3/layout/HorizontalOrganizationChart"/>
    <dgm:cxn modelId="{535DAC5B-38F3-49A7-B76C-3CB2CDF82DFD}" type="presParOf" srcId="{9AFEA071-3437-4794-B9E1-2A35A6DD10ED}" destId="{74CAEAB2-04D3-4C8E-9992-3B929354FC9F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7D88A3-7B91-43CD-975D-27727467BB3B}">
      <dsp:nvSpPr>
        <dsp:cNvPr id="0" name=""/>
        <dsp:cNvSpPr/>
      </dsp:nvSpPr>
      <dsp:spPr>
        <a:xfrm>
          <a:off x="8437066" y="5815900"/>
          <a:ext cx="425648" cy="457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2824" y="0"/>
              </a:lnTo>
              <a:lnTo>
                <a:pt x="212824" y="457572"/>
              </a:lnTo>
              <a:lnTo>
                <a:pt x="425648" y="457572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5B1520-E565-4FB7-B31D-28257C6F7AC0}">
      <dsp:nvSpPr>
        <dsp:cNvPr id="0" name=""/>
        <dsp:cNvSpPr/>
      </dsp:nvSpPr>
      <dsp:spPr>
        <a:xfrm>
          <a:off x="8437066" y="5358328"/>
          <a:ext cx="425648" cy="457572"/>
        </a:xfrm>
        <a:custGeom>
          <a:avLst/>
          <a:gdLst/>
          <a:ahLst/>
          <a:cxnLst/>
          <a:rect l="0" t="0" r="0" b="0"/>
          <a:pathLst>
            <a:path>
              <a:moveTo>
                <a:pt x="0" y="457572"/>
              </a:moveTo>
              <a:lnTo>
                <a:pt x="212824" y="457572"/>
              </a:lnTo>
              <a:lnTo>
                <a:pt x="212824" y="0"/>
              </a:lnTo>
              <a:lnTo>
                <a:pt x="425648" y="0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4DAED1-36CB-448E-87B6-2A5DCA8AE57F}">
      <dsp:nvSpPr>
        <dsp:cNvPr id="0" name=""/>
        <dsp:cNvSpPr/>
      </dsp:nvSpPr>
      <dsp:spPr>
        <a:xfrm>
          <a:off x="5883175" y="4900756"/>
          <a:ext cx="425648" cy="9151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2824" y="0"/>
              </a:lnTo>
              <a:lnTo>
                <a:pt x="212824" y="915144"/>
              </a:lnTo>
              <a:lnTo>
                <a:pt x="425648" y="915144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FA5C0C-C695-4B6F-9791-21DF9C2CE1EC}">
      <dsp:nvSpPr>
        <dsp:cNvPr id="0" name=""/>
        <dsp:cNvSpPr/>
      </dsp:nvSpPr>
      <dsp:spPr>
        <a:xfrm>
          <a:off x="8437066" y="3985612"/>
          <a:ext cx="425648" cy="457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2824" y="0"/>
              </a:lnTo>
              <a:lnTo>
                <a:pt x="212824" y="457572"/>
              </a:lnTo>
              <a:lnTo>
                <a:pt x="425648" y="457572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625864-9BCB-473A-AF54-4CFF13667B06}">
      <dsp:nvSpPr>
        <dsp:cNvPr id="0" name=""/>
        <dsp:cNvSpPr/>
      </dsp:nvSpPr>
      <dsp:spPr>
        <a:xfrm>
          <a:off x="8437066" y="3528040"/>
          <a:ext cx="425648" cy="457572"/>
        </a:xfrm>
        <a:custGeom>
          <a:avLst/>
          <a:gdLst/>
          <a:ahLst/>
          <a:cxnLst/>
          <a:rect l="0" t="0" r="0" b="0"/>
          <a:pathLst>
            <a:path>
              <a:moveTo>
                <a:pt x="0" y="457572"/>
              </a:moveTo>
              <a:lnTo>
                <a:pt x="212824" y="457572"/>
              </a:lnTo>
              <a:lnTo>
                <a:pt x="212824" y="0"/>
              </a:lnTo>
              <a:lnTo>
                <a:pt x="425648" y="0"/>
              </a:lnTo>
            </a:path>
          </a:pathLst>
        </a:custGeom>
        <a:noFill/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E57F8C-F139-42F7-868C-18734AF75E06}">
      <dsp:nvSpPr>
        <dsp:cNvPr id="0" name=""/>
        <dsp:cNvSpPr/>
      </dsp:nvSpPr>
      <dsp:spPr>
        <a:xfrm>
          <a:off x="5883175" y="3985612"/>
          <a:ext cx="425648" cy="915144"/>
        </a:xfrm>
        <a:custGeom>
          <a:avLst/>
          <a:gdLst/>
          <a:ahLst/>
          <a:cxnLst/>
          <a:rect l="0" t="0" r="0" b="0"/>
          <a:pathLst>
            <a:path>
              <a:moveTo>
                <a:pt x="0" y="915144"/>
              </a:moveTo>
              <a:lnTo>
                <a:pt x="212824" y="915144"/>
              </a:lnTo>
              <a:lnTo>
                <a:pt x="212824" y="0"/>
              </a:lnTo>
              <a:lnTo>
                <a:pt x="425648" y="0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E2479A-78A6-423E-BA60-356CDC643551}">
      <dsp:nvSpPr>
        <dsp:cNvPr id="0" name=""/>
        <dsp:cNvSpPr/>
      </dsp:nvSpPr>
      <dsp:spPr>
        <a:xfrm>
          <a:off x="3329285" y="2841681"/>
          <a:ext cx="425648" cy="20590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2824" y="0"/>
              </a:lnTo>
              <a:lnTo>
                <a:pt x="212824" y="2059074"/>
              </a:lnTo>
              <a:lnTo>
                <a:pt x="425648" y="2059074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0106AF-0BF2-4C34-9625-2DD0856C09F6}">
      <dsp:nvSpPr>
        <dsp:cNvPr id="0" name=""/>
        <dsp:cNvSpPr/>
      </dsp:nvSpPr>
      <dsp:spPr>
        <a:xfrm>
          <a:off x="5883175" y="2612895"/>
          <a:ext cx="425648" cy="457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2824" y="0"/>
              </a:lnTo>
              <a:lnTo>
                <a:pt x="212824" y="457572"/>
              </a:lnTo>
              <a:lnTo>
                <a:pt x="425648" y="457572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51DB5A-5934-4E7C-854B-5F5D3A0B70EF}">
      <dsp:nvSpPr>
        <dsp:cNvPr id="0" name=""/>
        <dsp:cNvSpPr/>
      </dsp:nvSpPr>
      <dsp:spPr>
        <a:xfrm>
          <a:off x="5883175" y="2155323"/>
          <a:ext cx="425648" cy="457572"/>
        </a:xfrm>
        <a:custGeom>
          <a:avLst/>
          <a:gdLst/>
          <a:ahLst/>
          <a:cxnLst/>
          <a:rect l="0" t="0" r="0" b="0"/>
          <a:pathLst>
            <a:path>
              <a:moveTo>
                <a:pt x="0" y="457572"/>
              </a:moveTo>
              <a:lnTo>
                <a:pt x="212824" y="457572"/>
              </a:lnTo>
              <a:lnTo>
                <a:pt x="212824" y="0"/>
              </a:lnTo>
              <a:lnTo>
                <a:pt x="425648" y="0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2C3CDE-7197-4713-AF63-CC291380B7D4}">
      <dsp:nvSpPr>
        <dsp:cNvPr id="0" name=""/>
        <dsp:cNvSpPr/>
      </dsp:nvSpPr>
      <dsp:spPr>
        <a:xfrm>
          <a:off x="3329285" y="2612895"/>
          <a:ext cx="425648" cy="228786"/>
        </a:xfrm>
        <a:custGeom>
          <a:avLst/>
          <a:gdLst/>
          <a:ahLst/>
          <a:cxnLst/>
          <a:rect l="0" t="0" r="0" b="0"/>
          <a:pathLst>
            <a:path>
              <a:moveTo>
                <a:pt x="0" y="228786"/>
              </a:moveTo>
              <a:lnTo>
                <a:pt x="212824" y="228786"/>
              </a:lnTo>
              <a:lnTo>
                <a:pt x="212824" y="0"/>
              </a:lnTo>
              <a:lnTo>
                <a:pt x="425648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ACDB1C-0D42-446E-B4D1-0BBC52BD6EB0}">
      <dsp:nvSpPr>
        <dsp:cNvPr id="0" name=""/>
        <dsp:cNvSpPr/>
      </dsp:nvSpPr>
      <dsp:spPr>
        <a:xfrm>
          <a:off x="3329285" y="1697751"/>
          <a:ext cx="425648" cy="1143930"/>
        </a:xfrm>
        <a:custGeom>
          <a:avLst/>
          <a:gdLst/>
          <a:ahLst/>
          <a:cxnLst/>
          <a:rect l="0" t="0" r="0" b="0"/>
          <a:pathLst>
            <a:path>
              <a:moveTo>
                <a:pt x="0" y="1143930"/>
              </a:moveTo>
              <a:lnTo>
                <a:pt x="212824" y="1143930"/>
              </a:lnTo>
              <a:lnTo>
                <a:pt x="212824" y="0"/>
              </a:lnTo>
              <a:lnTo>
                <a:pt x="425648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0389C6-2A4C-4732-84EB-202F5DB7FF0A}">
      <dsp:nvSpPr>
        <dsp:cNvPr id="0" name=""/>
        <dsp:cNvSpPr/>
      </dsp:nvSpPr>
      <dsp:spPr>
        <a:xfrm>
          <a:off x="5883175" y="782607"/>
          <a:ext cx="425648" cy="4575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2824" y="0"/>
              </a:lnTo>
              <a:lnTo>
                <a:pt x="212824" y="457572"/>
              </a:lnTo>
              <a:lnTo>
                <a:pt x="425648" y="457572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4EF177-6EB8-4BDA-A5C2-E7916B762B9E}">
      <dsp:nvSpPr>
        <dsp:cNvPr id="0" name=""/>
        <dsp:cNvSpPr/>
      </dsp:nvSpPr>
      <dsp:spPr>
        <a:xfrm>
          <a:off x="5883175" y="325035"/>
          <a:ext cx="425648" cy="457572"/>
        </a:xfrm>
        <a:custGeom>
          <a:avLst/>
          <a:gdLst/>
          <a:ahLst/>
          <a:cxnLst/>
          <a:rect l="0" t="0" r="0" b="0"/>
          <a:pathLst>
            <a:path>
              <a:moveTo>
                <a:pt x="0" y="457572"/>
              </a:moveTo>
              <a:lnTo>
                <a:pt x="212824" y="457572"/>
              </a:lnTo>
              <a:lnTo>
                <a:pt x="212824" y="0"/>
              </a:lnTo>
              <a:lnTo>
                <a:pt x="425648" y="0"/>
              </a:lnTo>
            </a:path>
          </a:pathLst>
        </a:custGeom>
        <a:noFill/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E86A32-429C-4349-B89E-6EE87B22E242}">
      <dsp:nvSpPr>
        <dsp:cNvPr id="0" name=""/>
        <dsp:cNvSpPr/>
      </dsp:nvSpPr>
      <dsp:spPr>
        <a:xfrm>
          <a:off x="3329285" y="782607"/>
          <a:ext cx="425648" cy="2059074"/>
        </a:xfrm>
        <a:custGeom>
          <a:avLst/>
          <a:gdLst/>
          <a:ahLst/>
          <a:cxnLst/>
          <a:rect l="0" t="0" r="0" b="0"/>
          <a:pathLst>
            <a:path>
              <a:moveTo>
                <a:pt x="0" y="2059074"/>
              </a:moveTo>
              <a:lnTo>
                <a:pt x="212824" y="2059074"/>
              </a:lnTo>
              <a:lnTo>
                <a:pt x="212824" y="0"/>
              </a:lnTo>
              <a:lnTo>
                <a:pt x="425648" y="0"/>
              </a:lnTo>
            </a:path>
          </a:pathLst>
        </a:custGeom>
        <a:noFill/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884835-7760-449C-B3FA-1349244375A5}">
      <dsp:nvSpPr>
        <dsp:cNvPr id="0" name=""/>
        <dsp:cNvSpPr/>
      </dsp:nvSpPr>
      <dsp:spPr>
        <a:xfrm>
          <a:off x="1201042" y="2517124"/>
          <a:ext cx="2128242" cy="64911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Microcontroller</a:t>
          </a:r>
        </a:p>
      </dsp:txBody>
      <dsp:txXfrm>
        <a:off x="1201042" y="2517124"/>
        <a:ext cx="2128242" cy="649113"/>
      </dsp:txXfrm>
    </dsp:sp>
    <dsp:sp modelId="{6B100583-431F-4BF5-859E-F574103B0C81}">
      <dsp:nvSpPr>
        <dsp:cNvPr id="0" name=""/>
        <dsp:cNvSpPr/>
      </dsp:nvSpPr>
      <dsp:spPr>
        <a:xfrm>
          <a:off x="3754933" y="458050"/>
          <a:ext cx="2128242" cy="64911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Display Indication Block</a:t>
          </a:r>
        </a:p>
      </dsp:txBody>
      <dsp:txXfrm>
        <a:off x="3754933" y="458050"/>
        <a:ext cx="2128242" cy="649113"/>
      </dsp:txXfrm>
    </dsp:sp>
    <dsp:sp modelId="{84D74ED9-B14D-4C88-80C1-EDE5787E89AA}">
      <dsp:nvSpPr>
        <dsp:cNvPr id="0" name=""/>
        <dsp:cNvSpPr/>
      </dsp:nvSpPr>
      <dsp:spPr>
        <a:xfrm>
          <a:off x="6308824" y="478"/>
          <a:ext cx="2128242" cy="64911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LCD Display Interface</a:t>
          </a:r>
        </a:p>
      </dsp:txBody>
      <dsp:txXfrm>
        <a:off x="6308824" y="478"/>
        <a:ext cx="2128242" cy="649113"/>
      </dsp:txXfrm>
    </dsp:sp>
    <dsp:sp modelId="{85249C18-4BC3-4B5B-9955-B7E40EBBB888}">
      <dsp:nvSpPr>
        <dsp:cNvPr id="0" name=""/>
        <dsp:cNvSpPr/>
      </dsp:nvSpPr>
      <dsp:spPr>
        <a:xfrm>
          <a:off x="6308824" y="915622"/>
          <a:ext cx="2128242" cy="64911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LED Display Interface</a:t>
          </a:r>
        </a:p>
      </dsp:txBody>
      <dsp:txXfrm>
        <a:off x="6308824" y="915622"/>
        <a:ext cx="2128242" cy="649113"/>
      </dsp:txXfrm>
    </dsp:sp>
    <dsp:sp modelId="{3D27A7DF-34E4-46D6-830E-AFDEFBA188BF}">
      <dsp:nvSpPr>
        <dsp:cNvPr id="0" name=""/>
        <dsp:cNvSpPr/>
      </dsp:nvSpPr>
      <dsp:spPr>
        <a:xfrm>
          <a:off x="3754933" y="1373194"/>
          <a:ext cx="2128242" cy="64911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Wireless Communication Block</a:t>
          </a:r>
        </a:p>
      </dsp:txBody>
      <dsp:txXfrm>
        <a:off x="3754933" y="1373194"/>
        <a:ext cx="2128242" cy="649113"/>
      </dsp:txXfrm>
    </dsp:sp>
    <dsp:sp modelId="{570DD304-107C-410B-AF83-32EA6A5B19A0}">
      <dsp:nvSpPr>
        <dsp:cNvPr id="0" name=""/>
        <dsp:cNvSpPr/>
      </dsp:nvSpPr>
      <dsp:spPr>
        <a:xfrm>
          <a:off x="3754933" y="2288338"/>
          <a:ext cx="2128242" cy="64911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AC Line Switching Block</a:t>
          </a:r>
        </a:p>
      </dsp:txBody>
      <dsp:txXfrm>
        <a:off x="3754933" y="2288338"/>
        <a:ext cx="2128242" cy="649113"/>
      </dsp:txXfrm>
    </dsp:sp>
    <dsp:sp modelId="{F2281D5C-1B0A-4C81-896D-63A67D4E58AB}">
      <dsp:nvSpPr>
        <dsp:cNvPr id="0" name=""/>
        <dsp:cNvSpPr/>
      </dsp:nvSpPr>
      <dsp:spPr>
        <a:xfrm>
          <a:off x="6308824" y="1830766"/>
          <a:ext cx="2128242" cy="64911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AC Solid State Switching</a:t>
          </a:r>
        </a:p>
      </dsp:txBody>
      <dsp:txXfrm>
        <a:off x="6308824" y="1830766"/>
        <a:ext cx="2128242" cy="649113"/>
      </dsp:txXfrm>
    </dsp:sp>
    <dsp:sp modelId="{40413071-0E19-475B-B34F-40B08E13F6CA}">
      <dsp:nvSpPr>
        <dsp:cNvPr id="0" name=""/>
        <dsp:cNvSpPr/>
      </dsp:nvSpPr>
      <dsp:spPr>
        <a:xfrm>
          <a:off x="6308824" y="2745911"/>
          <a:ext cx="2128242" cy="64911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Power Factor Correction Switching</a:t>
          </a:r>
        </a:p>
      </dsp:txBody>
      <dsp:txXfrm>
        <a:off x="6308824" y="2745911"/>
        <a:ext cx="2128242" cy="649113"/>
      </dsp:txXfrm>
    </dsp:sp>
    <dsp:sp modelId="{23971798-D87D-4517-BE85-1FB9A34B35E1}">
      <dsp:nvSpPr>
        <dsp:cNvPr id="0" name=""/>
        <dsp:cNvSpPr/>
      </dsp:nvSpPr>
      <dsp:spPr>
        <a:xfrm>
          <a:off x="3754933" y="4576199"/>
          <a:ext cx="2128242" cy="64911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Power Metering Block</a:t>
          </a:r>
        </a:p>
      </dsp:txBody>
      <dsp:txXfrm>
        <a:off x="3754933" y="4576199"/>
        <a:ext cx="2128242" cy="649113"/>
      </dsp:txXfrm>
    </dsp:sp>
    <dsp:sp modelId="{42C59EB7-14B9-40F2-A210-5375E3DB8865}">
      <dsp:nvSpPr>
        <dsp:cNvPr id="0" name=""/>
        <dsp:cNvSpPr/>
      </dsp:nvSpPr>
      <dsp:spPr>
        <a:xfrm>
          <a:off x="6308824" y="3661055"/>
          <a:ext cx="2128242" cy="64911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Voltage and Current Sensing</a:t>
          </a:r>
        </a:p>
      </dsp:txBody>
      <dsp:txXfrm>
        <a:off x="6308824" y="3661055"/>
        <a:ext cx="2128242" cy="649113"/>
      </dsp:txXfrm>
    </dsp:sp>
    <dsp:sp modelId="{ABB73491-2803-493F-A998-96C1BF827E42}">
      <dsp:nvSpPr>
        <dsp:cNvPr id="0" name=""/>
        <dsp:cNvSpPr/>
      </dsp:nvSpPr>
      <dsp:spPr>
        <a:xfrm>
          <a:off x="8862714" y="3203483"/>
          <a:ext cx="2128242" cy="64911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Main AC Line Metering</a:t>
          </a:r>
        </a:p>
      </dsp:txBody>
      <dsp:txXfrm>
        <a:off x="8862714" y="3203483"/>
        <a:ext cx="2128242" cy="649113"/>
      </dsp:txXfrm>
    </dsp:sp>
    <dsp:sp modelId="{8F112E9A-7AA4-49D7-9FD5-0A2B42DD5773}">
      <dsp:nvSpPr>
        <dsp:cNvPr id="0" name=""/>
        <dsp:cNvSpPr/>
      </dsp:nvSpPr>
      <dsp:spPr>
        <a:xfrm>
          <a:off x="8862714" y="4118627"/>
          <a:ext cx="2128242" cy="64911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Household Line Metering</a:t>
          </a:r>
        </a:p>
      </dsp:txBody>
      <dsp:txXfrm>
        <a:off x="8862714" y="4118627"/>
        <a:ext cx="2128242" cy="649113"/>
      </dsp:txXfrm>
    </dsp:sp>
    <dsp:sp modelId="{50B00D42-7CAC-45D4-94C1-83D8C678311A}">
      <dsp:nvSpPr>
        <dsp:cNvPr id="0" name=""/>
        <dsp:cNvSpPr/>
      </dsp:nvSpPr>
      <dsp:spPr>
        <a:xfrm>
          <a:off x="6308824" y="5491343"/>
          <a:ext cx="2128242" cy="64911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Power Factor Measurement</a:t>
          </a:r>
        </a:p>
      </dsp:txBody>
      <dsp:txXfrm>
        <a:off x="6308824" y="5491343"/>
        <a:ext cx="2128242" cy="649113"/>
      </dsp:txXfrm>
    </dsp:sp>
    <dsp:sp modelId="{A09EC38D-69E9-4A51-9E2E-D087F5874A92}">
      <dsp:nvSpPr>
        <dsp:cNvPr id="0" name=""/>
        <dsp:cNvSpPr/>
      </dsp:nvSpPr>
      <dsp:spPr>
        <a:xfrm>
          <a:off x="8862714" y="5033771"/>
          <a:ext cx="2128242" cy="64911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Tamper Detection</a:t>
          </a:r>
        </a:p>
      </dsp:txBody>
      <dsp:txXfrm>
        <a:off x="8862714" y="5033771"/>
        <a:ext cx="2128242" cy="649113"/>
      </dsp:txXfrm>
    </dsp:sp>
    <dsp:sp modelId="{E9449D88-2FF2-4FBD-8990-9DFA4F337EA5}">
      <dsp:nvSpPr>
        <dsp:cNvPr id="0" name=""/>
        <dsp:cNvSpPr/>
      </dsp:nvSpPr>
      <dsp:spPr>
        <a:xfrm>
          <a:off x="8862714" y="5948915"/>
          <a:ext cx="2128242" cy="64911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Power Factor Correction</a:t>
          </a:r>
        </a:p>
      </dsp:txBody>
      <dsp:txXfrm>
        <a:off x="8862714" y="5948915"/>
        <a:ext cx="2128242" cy="6491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5D4E-1CB5-40E5-9266-0BDB966EBB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D8505-2DFF-4531-96FF-97B1D5FDB1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Development of remote disconnection and reconnection with anti tamper detection</a:t>
            </a:r>
          </a:p>
        </p:txBody>
      </p:sp>
    </p:spTree>
    <p:extLst>
      <p:ext uri="{BB962C8B-B14F-4D97-AF65-F5344CB8AC3E}">
        <p14:creationId xmlns:p14="http://schemas.microsoft.com/office/powerpoint/2010/main" val="3261731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8AA2AD4-AFC0-4D20-AD0D-41455B369F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515440"/>
              </p:ext>
            </p:extLst>
          </p:nvPr>
        </p:nvGraphicFramePr>
        <p:xfrm>
          <a:off x="0" y="148281"/>
          <a:ext cx="12192000" cy="65985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8466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35C9C0-6837-41AB-AB58-4EAD87AFD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Metering Block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AC2269-5847-4AE4-94B1-C601AB60C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Development of remote disconnection and reconnection with anti tamper detection</a:t>
            </a:r>
          </a:p>
        </p:txBody>
      </p:sp>
    </p:spTree>
    <p:extLst>
      <p:ext uri="{BB962C8B-B14F-4D97-AF65-F5344CB8AC3E}">
        <p14:creationId xmlns:p14="http://schemas.microsoft.com/office/powerpoint/2010/main" val="3584441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6AA534-D2A1-4415-9C68-2226FE563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Objective: To measure power factor, real power, reactive power, voltage, current and Kilowatt hour with high degree of accuracy and integrity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7CB7A8-391B-4241-9547-040DD912614C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F94F2-7831-4DA5-962A-7F96317D8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133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714399-FA72-4347-B3FE-AC8B48883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for Metering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AE5CE-BFDD-49D4-9941-397CF07FE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Microcontroller Based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A67F68-4CC1-4DA0-AE40-DC4CA83FF8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Affordable and saves hardware and space</a:t>
            </a:r>
          </a:p>
          <a:p>
            <a:r>
              <a:rPr lang="en-US" dirty="0"/>
              <a:t>Algorithms must be coded by hand</a:t>
            </a:r>
          </a:p>
          <a:p>
            <a:r>
              <a:rPr lang="en-US" dirty="0"/>
              <a:t>Low memory storage for proper execution of algorithms</a:t>
            </a:r>
          </a:p>
          <a:p>
            <a:r>
              <a:rPr lang="en-US" dirty="0"/>
              <a:t>Accuracy must be tested before it can be deployed on the field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50B401-5FF2-42AA-9CA4-ED5BFD886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Dedicated ASIC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43E121A-A301-466E-81DC-C82692EE782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Comes at a reasonable price</a:t>
            </a:r>
          </a:p>
          <a:p>
            <a:r>
              <a:rPr lang="en-US" dirty="0"/>
              <a:t>Consumes space and other hardware resources</a:t>
            </a:r>
          </a:p>
          <a:p>
            <a:r>
              <a:rPr lang="en-US" dirty="0"/>
              <a:t>Power metering algorithms were already implemented</a:t>
            </a:r>
          </a:p>
          <a:p>
            <a:r>
              <a:rPr lang="en-US" dirty="0"/>
              <a:t>Accuracy was proven by industries</a:t>
            </a:r>
          </a:p>
        </p:txBody>
      </p:sp>
    </p:spTree>
    <p:extLst>
      <p:ext uri="{BB962C8B-B14F-4D97-AF65-F5344CB8AC3E}">
        <p14:creationId xmlns:p14="http://schemas.microsoft.com/office/powerpoint/2010/main" val="4294924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CC6FCC-94D2-4E45-82EB-9E2C15EC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Wireless Communication Block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47381A-A345-406A-A321-38971B24E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Development of remote disconnection and reconnection with anti tamper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802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75529F-70E9-41E5-919C-A5DCD1AF4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Objective: To provide a reliable communication link between a large number of metering systems and the local admin server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0DC5E4-A6C6-45C1-87DD-5E8FEA6446EB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864E87-8A5F-4B1B-8F88-5B4335B7E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19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55314C-41BB-4BA1-86F9-DD1408203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for Wireless Technology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CFB02393-4ACD-4FF4-BB70-F973E93103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4098604"/>
              </p:ext>
            </p:extLst>
          </p:nvPr>
        </p:nvGraphicFramePr>
        <p:xfrm>
          <a:off x="1141413" y="2249488"/>
          <a:ext cx="9906000" cy="3672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82036643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659300093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361127336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1739052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Protocol (if any)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 (Php)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610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ESP8266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802.11 b/g/n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50-m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822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NRFL2401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Enhanced Shock Burst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50-m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744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HC12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843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DIGI </a:t>
                      </a:r>
                      <a:r>
                        <a:rPr lang="en-US" dirty="0" err="1"/>
                        <a:t>XBee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Proprietory</a:t>
                      </a:r>
                      <a:r>
                        <a:rPr lang="en-US" dirty="0"/>
                        <a:t> 802.15.14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1.2-Km outdoor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4450 (Dev Kit, 3 </a:t>
                      </a:r>
                      <a:r>
                        <a:rPr lang="en-US" dirty="0" err="1"/>
                        <a:t>Xbee</a:t>
                      </a:r>
                      <a:r>
                        <a:rPr lang="en-US" dirty="0"/>
                        <a:t> with programmers)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69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GSM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Cellular Network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724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HM-LRLR-D (</a:t>
                      </a:r>
                      <a:r>
                        <a:rPr lang="en-US" dirty="0" err="1"/>
                        <a:t>LoRa</a:t>
                      </a:r>
                      <a:r>
                        <a:rPr lang="en-US" dirty="0"/>
                        <a:t> Transceiver) 915Mhz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882.89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416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154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2FBDBE-05A8-4CEB-B349-61B5201CD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 line Switching Block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FF47B0-425D-43E7-A0F2-5730FCC4D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Development of remote disconnection and reconnection with anti tamper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579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1E2326-5959-45AB-BC18-452B5FF4F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Objective: To provide a Fast, reliable and low power switching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E40E1A-9386-4020-A1EF-4EE46B780D13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DAB84-A2A3-45DA-960E-D7566E487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5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43D415-76B8-447D-B212-516E4A22E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For Line Switching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A39EC2-7886-4C50-93A2-2AB7E034B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Mechanical Relay Switching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9AD78A-C769-4A23-B689-2E8371664A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Low Cost</a:t>
            </a:r>
          </a:p>
          <a:p>
            <a:r>
              <a:rPr lang="en-US" dirty="0"/>
              <a:t>Small form factor</a:t>
            </a:r>
          </a:p>
          <a:p>
            <a:r>
              <a:rPr lang="en-US" dirty="0"/>
              <a:t>Produces Interference and Noise During Switching</a:t>
            </a:r>
          </a:p>
          <a:p>
            <a:r>
              <a:rPr lang="en-US" dirty="0"/>
              <a:t>Requires a Driving Circuit for proper switching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6D92FC-8509-44CE-AD55-8D7E101F9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Solid State Relay Switching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3113BEC-4B04-4C7C-B7B8-74237DE8222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Small Form Factor</a:t>
            </a:r>
          </a:p>
          <a:p>
            <a:r>
              <a:rPr lang="en-US" dirty="0"/>
              <a:t>Does not produce noticeable noise during switching</a:t>
            </a:r>
          </a:p>
          <a:p>
            <a:r>
              <a:rPr lang="en-US" dirty="0"/>
              <a:t>Requires Low Voltage for switching</a:t>
            </a:r>
          </a:p>
        </p:txBody>
      </p:sp>
    </p:spTree>
    <p:extLst>
      <p:ext uri="{BB962C8B-B14F-4D97-AF65-F5344CB8AC3E}">
        <p14:creationId xmlns:p14="http://schemas.microsoft.com/office/powerpoint/2010/main" val="30150544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Material Design [Noto Sans]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91</TotalTime>
  <Words>315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Noto Sans</vt:lpstr>
      <vt:lpstr>Trebuchet MS</vt:lpstr>
      <vt:lpstr>Circuit</vt:lpstr>
      <vt:lpstr>System Architecture</vt:lpstr>
      <vt:lpstr>PowerPoint Presentation</vt:lpstr>
      <vt:lpstr>Power Metering Block</vt:lpstr>
      <vt:lpstr>Objective: To measure power factor, real power, reactive power, voltage, current and Kilowatt hour with high degree of accuracy and integrity</vt:lpstr>
      <vt:lpstr>Options for Metering</vt:lpstr>
      <vt:lpstr>Wireless Communication Block</vt:lpstr>
      <vt:lpstr>Objective: To provide a reliable communication link between a large number of metering systems and the local admin server</vt:lpstr>
      <vt:lpstr>Options for Wireless Technology</vt:lpstr>
      <vt:lpstr>AC line Switching Block</vt:lpstr>
      <vt:lpstr> Objective: To provide a Fast, reliable and low power switching</vt:lpstr>
      <vt:lpstr>Options For Line Switching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Architecture</dc:title>
  <dc:creator>John Rey Faciolan</dc:creator>
  <cp:lastModifiedBy>John Rey Faciolan</cp:lastModifiedBy>
  <cp:revision>11</cp:revision>
  <dcterms:created xsi:type="dcterms:W3CDTF">2018-08-12T22:29:35Z</dcterms:created>
  <dcterms:modified xsi:type="dcterms:W3CDTF">2018-08-13T02:59:11Z</dcterms:modified>
</cp:coreProperties>
</file>